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7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425" r:id="rId36"/>
    <p:sldId id="488" r:id="rId37"/>
    <p:sldId id="801" r:id="rId38"/>
    <p:sldId id="802" r:id="rId39"/>
  </p:sldIdLst>
  <p:sldSz cx="12192000" cy="6858000"/>
  <p:notesSz cx="7103745" cy="10234295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855.xml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4" Type="http://schemas.openxmlformats.org/officeDocument/2006/relationships/tags" Target="../tags/tag105.xml"/><Relationship Id="rId23" Type="http://schemas.openxmlformats.org/officeDocument/2006/relationships/tags" Target="../tags/tag104.xml"/><Relationship Id="rId22" Type="http://schemas.openxmlformats.org/officeDocument/2006/relationships/tags" Target="../tags/tag103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3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5" Type="http://schemas.openxmlformats.org/officeDocument/2006/relationships/tags" Target="../tags/tag140.xml"/><Relationship Id="rId24" Type="http://schemas.openxmlformats.org/officeDocument/2006/relationships/tags" Target="../tags/tag139.xml"/><Relationship Id="rId23" Type="http://schemas.openxmlformats.org/officeDocument/2006/relationships/tags" Target="../tags/tag138.xml"/><Relationship Id="rId22" Type="http://schemas.openxmlformats.org/officeDocument/2006/relationships/tags" Target="../tags/tag137.xml"/><Relationship Id="rId21" Type="http://schemas.openxmlformats.org/officeDocument/2006/relationships/tags" Target="../tags/tag136.xml"/><Relationship Id="rId20" Type="http://schemas.openxmlformats.org/officeDocument/2006/relationships/tags" Target="../tags/tag135.xml"/><Relationship Id="rId2" Type="http://schemas.openxmlformats.org/officeDocument/2006/relationships/tags" Target="../tags/tag117.xml"/><Relationship Id="rId19" Type="http://schemas.openxmlformats.org/officeDocument/2006/relationships/tags" Target="../tags/tag134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1" Type="http://schemas.openxmlformats.org/officeDocument/2006/relationships/tags" Target="../tags/tag246.xml"/><Relationship Id="rId20" Type="http://schemas.openxmlformats.org/officeDocument/2006/relationships/tags" Target="../tags/tag245.xml"/><Relationship Id="rId2" Type="http://schemas.openxmlformats.org/officeDocument/2006/relationships/tags" Target="../tags/tag227.xml"/><Relationship Id="rId19" Type="http://schemas.openxmlformats.org/officeDocument/2006/relationships/tags" Target="../tags/tag244.xml"/><Relationship Id="rId18" Type="http://schemas.openxmlformats.org/officeDocument/2006/relationships/tags" Target="../tags/tag243.xml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1" Type="http://schemas.openxmlformats.org/officeDocument/2006/relationships/tags" Target="../tags/tag279.xml"/><Relationship Id="rId20" Type="http://schemas.openxmlformats.org/officeDocument/2006/relationships/tags" Target="../tags/tag278.xml"/><Relationship Id="rId2" Type="http://schemas.openxmlformats.org/officeDocument/2006/relationships/tags" Target="../tags/tag260.xml"/><Relationship Id="rId19" Type="http://schemas.openxmlformats.org/officeDocument/2006/relationships/tags" Target="../tags/tag277.xml"/><Relationship Id="rId18" Type="http://schemas.openxmlformats.org/officeDocument/2006/relationships/tags" Target="../tags/tag276.xml"/><Relationship Id="rId17" Type="http://schemas.openxmlformats.org/officeDocument/2006/relationships/tags" Target="../tags/tag275.xml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87.xml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openxmlformats.org/officeDocument/2006/relationships/tags" Target="../tags/tag284.xml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1" Type="http://schemas.openxmlformats.org/officeDocument/2006/relationships/tags" Target="../tags/tag289.xml"/><Relationship Id="rId10" Type="http://schemas.openxmlformats.org/officeDocument/2006/relationships/tags" Target="../tags/tag288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1" Type="http://schemas.openxmlformats.org/officeDocument/2006/relationships/tags" Target="../tags/tag309.xml"/><Relationship Id="rId20" Type="http://schemas.openxmlformats.org/officeDocument/2006/relationships/tags" Target="../tags/tag308.xml"/><Relationship Id="rId2" Type="http://schemas.openxmlformats.org/officeDocument/2006/relationships/tags" Target="../tags/tag290.xml"/><Relationship Id="rId19" Type="http://schemas.openxmlformats.org/officeDocument/2006/relationships/tags" Target="../tags/tag307.xml"/><Relationship Id="rId18" Type="http://schemas.openxmlformats.org/officeDocument/2006/relationships/tags" Target="../tags/tag306.xml"/><Relationship Id="rId17" Type="http://schemas.openxmlformats.org/officeDocument/2006/relationships/tags" Target="../tags/tag305.xml"/><Relationship Id="rId16" Type="http://schemas.openxmlformats.org/officeDocument/2006/relationships/tags" Target="../tags/tag304.xml"/><Relationship Id="rId15" Type="http://schemas.openxmlformats.org/officeDocument/2006/relationships/tags" Target="../tags/tag303.xml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tags" Target="../tags/tag316.xml"/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tags" Target="../tags/tag321.xml"/><Relationship Id="rId12" Type="http://schemas.openxmlformats.org/officeDocument/2006/relationships/tags" Target="../tags/tag320.xml"/><Relationship Id="rId11" Type="http://schemas.openxmlformats.org/officeDocument/2006/relationships/tags" Target="../tags/tag319.xml"/><Relationship Id="rId10" Type="http://schemas.openxmlformats.org/officeDocument/2006/relationships/tags" Target="../tags/tag318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342.xml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1" Type="http://schemas.openxmlformats.org/officeDocument/2006/relationships/tags" Target="../tags/tag354.xml"/><Relationship Id="rId20" Type="http://schemas.openxmlformats.org/officeDocument/2006/relationships/tags" Target="../tags/tag353.xml"/><Relationship Id="rId2" Type="http://schemas.openxmlformats.org/officeDocument/2006/relationships/tags" Target="../tags/tag335.xml"/><Relationship Id="rId19" Type="http://schemas.openxmlformats.org/officeDocument/2006/relationships/tags" Target="../tags/tag352.xml"/><Relationship Id="rId18" Type="http://schemas.openxmlformats.org/officeDocument/2006/relationships/tags" Target="../tags/tag351.xml"/><Relationship Id="rId17" Type="http://schemas.openxmlformats.org/officeDocument/2006/relationships/tags" Target="../tags/tag350.xml"/><Relationship Id="rId16" Type="http://schemas.openxmlformats.org/officeDocument/2006/relationships/tags" Target="../tags/tag349.xml"/><Relationship Id="rId15" Type="http://schemas.openxmlformats.org/officeDocument/2006/relationships/tags" Target="../tags/tag348.xml"/><Relationship Id="rId14" Type="http://schemas.openxmlformats.org/officeDocument/2006/relationships/tags" Target="../tags/tag347.xml"/><Relationship Id="rId13" Type="http://schemas.openxmlformats.org/officeDocument/2006/relationships/tags" Target="../tags/tag346.xml"/><Relationship Id="rId12" Type="http://schemas.openxmlformats.org/officeDocument/2006/relationships/tags" Target="../tags/tag345.xml"/><Relationship Id="rId11" Type="http://schemas.openxmlformats.org/officeDocument/2006/relationships/tags" Target="../tags/tag344.xml"/><Relationship Id="rId10" Type="http://schemas.openxmlformats.org/officeDocument/2006/relationships/tags" Target="../tags/tag343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7" Type="http://schemas.openxmlformats.org/officeDocument/2006/relationships/tags" Target="../tags/tag370.xml"/><Relationship Id="rId16" Type="http://schemas.openxmlformats.org/officeDocument/2006/relationships/tags" Target="../tags/tag369.xml"/><Relationship Id="rId15" Type="http://schemas.openxmlformats.org/officeDocument/2006/relationships/tags" Target="../tags/tag368.xml"/><Relationship Id="rId14" Type="http://schemas.openxmlformats.org/officeDocument/2006/relationships/tags" Target="../tags/tag367.xml"/><Relationship Id="rId13" Type="http://schemas.openxmlformats.org/officeDocument/2006/relationships/tags" Target="../tags/tag366.xml"/><Relationship Id="rId12" Type="http://schemas.openxmlformats.org/officeDocument/2006/relationships/tags" Target="../tags/tag365.xml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132070" y="622935"/>
            <a:ext cx="1978025" cy="890905"/>
          </a:xfrm>
        </p:spPr>
        <p:txBody>
          <a:bodyPr wrap="square" anchor="ctr" anchorCtr="0">
            <a:normAutofit/>
          </a:bodyPr>
          <a:lstStyle>
            <a:lvl1pPr algn="ctr">
              <a:defRPr kumimoji="0" lang="zh-CN" altLang="en-US" sz="5000" b="1" i="0" u="none" strike="noStrike" kern="1200" cap="none" spc="0" normalizeH="0" baseline="0" noProof="1" dirty="0">
                <a:solidFill>
                  <a:schemeClr val="accent1">
                    <a:lumMod val="47547"/>
                  </a:schemeClr>
                </a:solidFill>
                <a:latin typeface="+mj-lt"/>
                <a:ea typeface="+mj-ea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圆角矩形 5"/>
          <p:cNvSpPr/>
          <p:nvPr userDrawn="1">
            <p:custDataLst>
              <p:tags r:id="rId6"/>
            </p:custDataLst>
          </p:nvPr>
        </p:nvSpPr>
        <p:spPr>
          <a:xfrm rot="10800000">
            <a:off x="1310005" y="1348740"/>
            <a:ext cx="1651000" cy="30226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43" h="704">
                <a:moveTo>
                  <a:pt x="352" y="0"/>
                </a:moveTo>
                <a:lnTo>
                  <a:pt x="3843" y="0"/>
                </a:lnTo>
                <a:lnTo>
                  <a:pt x="3843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7" name="任意多边形 26"/>
          <p:cNvSpPr/>
          <p:nvPr userDrawn="1">
            <p:custDataLst>
              <p:tags r:id="rId7"/>
            </p:custDataLst>
          </p:nvPr>
        </p:nvSpPr>
        <p:spPr>
          <a:xfrm rot="10800000">
            <a:off x="1310005" y="857885"/>
            <a:ext cx="3058795" cy="4216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20" h="982">
                <a:moveTo>
                  <a:pt x="491" y="0"/>
                </a:moveTo>
                <a:lnTo>
                  <a:pt x="6935" y="0"/>
                </a:lnTo>
                <a:cubicBezTo>
                  <a:pt x="6994" y="0"/>
                  <a:pt x="7051" y="11"/>
                  <a:pt x="7104" y="30"/>
                </a:cubicBezTo>
                <a:lnTo>
                  <a:pt x="7120" y="36"/>
                </a:lnTo>
                <a:lnTo>
                  <a:pt x="7120" y="946"/>
                </a:lnTo>
                <a:lnTo>
                  <a:pt x="7104" y="952"/>
                </a:lnTo>
                <a:cubicBezTo>
                  <a:pt x="7051" y="971"/>
                  <a:pt x="6994" y="982"/>
                  <a:pt x="6935" y="982"/>
                </a:cubicBezTo>
                <a:lnTo>
                  <a:pt x="491" y="982"/>
                </a:lnTo>
                <a:cubicBezTo>
                  <a:pt x="220" y="982"/>
                  <a:pt x="0" y="762"/>
                  <a:pt x="0" y="491"/>
                </a:cubicBezTo>
                <a:cubicBezTo>
                  <a:pt x="0" y="220"/>
                  <a:pt x="220" y="0"/>
                  <a:pt x="491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5"/>
          <p:cNvSpPr/>
          <p:nvPr userDrawn="1">
            <p:custDataLst>
              <p:tags r:id="rId2"/>
            </p:custDataLst>
          </p:nvPr>
        </p:nvSpPr>
        <p:spPr>
          <a:xfrm rot="10800000">
            <a:off x="0" y="1505585"/>
            <a:ext cx="2440305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43" h="704">
                <a:moveTo>
                  <a:pt x="352" y="0"/>
                </a:moveTo>
                <a:lnTo>
                  <a:pt x="3843" y="0"/>
                </a:lnTo>
                <a:lnTo>
                  <a:pt x="3843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5" name="任意多边形 24"/>
          <p:cNvSpPr/>
          <p:nvPr userDrawn="1">
            <p:custDataLst>
              <p:tags r:id="rId3"/>
            </p:custDataLst>
          </p:nvPr>
        </p:nvSpPr>
        <p:spPr>
          <a:xfrm>
            <a:off x="9203055" y="4669155"/>
            <a:ext cx="2988945" cy="127825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07" h="2013">
                <a:moveTo>
                  <a:pt x="1007" y="0"/>
                </a:moveTo>
                <a:lnTo>
                  <a:pt x="4707" y="0"/>
                </a:lnTo>
                <a:lnTo>
                  <a:pt x="4707" y="2013"/>
                </a:lnTo>
                <a:lnTo>
                  <a:pt x="1007" y="2013"/>
                </a:lnTo>
                <a:cubicBezTo>
                  <a:pt x="451" y="2013"/>
                  <a:pt x="0" y="1562"/>
                  <a:pt x="0" y="1007"/>
                </a:cubicBezTo>
                <a:cubicBezTo>
                  <a:pt x="0" y="451"/>
                  <a:pt x="451" y="0"/>
                  <a:pt x="100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99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7" name="任意多边形 26"/>
          <p:cNvSpPr/>
          <p:nvPr userDrawn="1">
            <p:custDataLst>
              <p:tags r:id="rId4"/>
            </p:custDataLst>
          </p:nvPr>
        </p:nvSpPr>
        <p:spPr>
          <a:xfrm rot="10800000">
            <a:off x="0" y="780415"/>
            <a:ext cx="4521200" cy="6235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20" h="982">
                <a:moveTo>
                  <a:pt x="491" y="0"/>
                </a:moveTo>
                <a:lnTo>
                  <a:pt x="6935" y="0"/>
                </a:lnTo>
                <a:cubicBezTo>
                  <a:pt x="6994" y="0"/>
                  <a:pt x="7051" y="11"/>
                  <a:pt x="7104" y="30"/>
                </a:cubicBezTo>
                <a:lnTo>
                  <a:pt x="7120" y="36"/>
                </a:lnTo>
                <a:lnTo>
                  <a:pt x="7120" y="946"/>
                </a:lnTo>
                <a:lnTo>
                  <a:pt x="7104" y="952"/>
                </a:lnTo>
                <a:cubicBezTo>
                  <a:pt x="7051" y="971"/>
                  <a:pt x="6994" y="982"/>
                  <a:pt x="6935" y="982"/>
                </a:cubicBezTo>
                <a:lnTo>
                  <a:pt x="491" y="982"/>
                </a:lnTo>
                <a:cubicBezTo>
                  <a:pt x="220" y="982"/>
                  <a:pt x="0" y="762"/>
                  <a:pt x="0" y="491"/>
                </a:cubicBezTo>
                <a:cubicBezTo>
                  <a:pt x="0" y="220"/>
                  <a:pt x="220" y="0"/>
                  <a:pt x="491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28" name="任意多边形 27"/>
          <p:cNvSpPr/>
          <p:nvPr userDrawn="1">
            <p:custDataLst>
              <p:tags r:id="rId5"/>
            </p:custDataLst>
          </p:nvPr>
        </p:nvSpPr>
        <p:spPr>
          <a:xfrm rot="10800000">
            <a:off x="0" y="4669155"/>
            <a:ext cx="3502660" cy="18275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6" h="2878">
                <a:moveTo>
                  <a:pt x="1439" y="0"/>
                </a:moveTo>
                <a:lnTo>
                  <a:pt x="5516" y="0"/>
                </a:lnTo>
                <a:lnTo>
                  <a:pt x="5516" y="2878"/>
                </a:lnTo>
                <a:lnTo>
                  <a:pt x="1439" y="2878"/>
                </a:lnTo>
                <a:cubicBezTo>
                  <a:pt x="644" y="2878"/>
                  <a:pt x="0" y="2234"/>
                  <a:pt x="0" y="1439"/>
                </a:cubicBezTo>
                <a:cubicBezTo>
                  <a:pt x="0" y="644"/>
                  <a:pt x="644" y="0"/>
                  <a:pt x="143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86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9" name="任意多边形 28"/>
          <p:cNvSpPr/>
          <p:nvPr userDrawn="1">
            <p:custDataLst>
              <p:tags r:id="rId6"/>
            </p:custDataLst>
          </p:nvPr>
        </p:nvSpPr>
        <p:spPr>
          <a:xfrm rot="10800000" flipV="1">
            <a:off x="0" y="2737485"/>
            <a:ext cx="1604010" cy="1181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26" h="186">
                <a:moveTo>
                  <a:pt x="93" y="0"/>
                </a:moveTo>
                <a:lnTo>
                  <a:pt x="2526" y="0"/>
                </a:lnTo>
                <a:lnTo>
                  <a:pt x="2526" y="186"/>
                </a:lnTo>
                <a:lnTo>
                  <a:pt x="93" y="186"/>
                </a:lnTo>
                <a:cubicBezTo>
                  <a:pt x="42" y="186"/>
                  <a:pt x="0" y="144"/>
                  <a:pt x="0" y="93"/>
                </a:cubicBez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0" name="任意多边形 29"/>
          <p:cNvSpPr/>
          <p:nvPr userDrawn="1">
            <p:custDataLst>
              <p:tags r:id="rId7"/>
            </p:custDataLst>
          </p:nvPr>
        </p:nvSpPr>
        <p:spPr>
          <a:xfrm>
            <a:off x="10360660" y="1118235"/>
            <a:ext cx="1831340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1" name="任意多边形 30"/>
          <p:cNvSpPr/>
          <p:nvPr userDrawn="1">
            <p:custDataLst>
              <p:tags r:id="rId8"/>
            </p:custDataLst>
          </p:nvPr>
        </p:nvSpPr>
        <p:spPr>
          <a:xfrm>
            <a:off x="8957945" y="1685290"/>
            <a:ext cx="3234055" cy="876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93" h="138">
                <a:moveTo>
                  <a:pt x="69" y="0"/>
                </a:moveTo>
                <a:lnTo>
                  <a:pt x="5093" y="0"/>
                </a:lnTo>
                <a:lnTo>
                  <a:pt x="5093" y="138"/>
                </a:lnTo>
                <a:lnTo>
                  <a:pt x="69" y="138"/>
                </a:lnTo>
                <a:cubicBezTo>
                  <a:pt x="31" y="138"/>
                  <a:pt x="0" y="107"/>
                  <a:pt x="0" y="69"/>
                </a:cubicBezTo>
                <a:cubicBezTo>
                  <a:pt x="0" y="31"/>
                  <a:pt x="31" y="0"/>
                  <a:pt x="69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0" name="日期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ctrTitle" idx="16385" hasCustomPrompt="1"/>
            <p:custDataLst>
              <p:tags r:id="rId10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1" name="署名占位符 10"/>
          <p:cNvSpPr>
            <a:spLocks noGrp="1"/>
          </p:cNvSpPr>
          <p:nvPr>
            <p:ph type="body" sz="quarter" idx="16387" hasCustomPrompt="1"/>
            <p:custDataLst>
              <p:tags r:id="rId11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4"/>
          <p:cNvSpPr/>
          <p:nvPr userDrawn="1">
            <p:custDataLst>
              <p:tags r:id="rId2"/>
            </p:custDataLst>
          </p:nvPr>
        </p:nvSpPr>
        <p:spPr>
          <a:xfrm rot="3936059">
            <a:off x="9325554" y="2899264"/>
            <a:ext cx="4767883" cy="3119742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08" h="4913">
                <a:moveTo>
                  <a:pt x="178" y="0"/>
                </a:moveTo>
                <a:lnTo>
                  <a:pt x="7508" y="3325"/>
                </a:lnTo>
                <a:lnTo>
                  <a:pt x="6791" y="4907"/>
                </a:lnTo>
                <a:lnTo>
                  <a:pt x="6778" y="4908"/>
                </a:lnTo>
                <a:cubicBezTo>
                  <a:pt x="6667" y="4911"/>
                  <a:pt x="6556" y="4913"/>
                  <a:pt x="6444" y="4913"/>
                </a:cubicBezTo>
                <a:cubicBezTo>
                  <a:pt x="2885" y="4913"/>
                  <a:pt x="0" y="3131"/>
                  <a:pt x="0" y="933"/>
                </a:cubicBezTo>
                <a:cubicBezTo>
                  <a:pt x="0" y="624"/>
                  <a:pt x="57" y="323"/>
                  <a:pt x="165" y="34"/>
                </a:cubicBezTo>
                <a:lnTo>
                  <a:pt x="178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rgbClr val="01297F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3"/>
            </p:custDataLst>
          </p:nvPr>
        </p:nvSpPr>
        <p:spPr>
          <a:xfrm rot="10800000">
            <a:off x="0" y="1135380"/>
            <a:ext cx="1046480" cy="28892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48" h="455">
                <a:moveTo>
                  <a:pt x="228" y="0"/>
                </a:moveTo>
                <a:lnTo>
                  <a:pt x="1648" y="0"/>
                </a:lnTo>
                <a:lnTo>
                  <a:pt x="1648" y="455"/>
                </a:lnTo>
                <a:lnTo>
                  <a:pt x="228" y="455"/>
                </a:lnTo>
                <a:cubicBezTo>
                  <a:pt x="102" y="455"/>
                  <a:pt x="0" y="353"/>
                  <a:pt x="0" y="228"/>
                </a:cubicBezTo>
                <a:cubicBezTo>
                  <a:pt x="0" y="102"/>
                  <a:pt x="102" y="0"/>
                  <a:pt x="22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2000"/>
                </a:schemeClr>
              </a:gs>
              <a:gs pos="99000">
                <a:schemeClr val="accent1">
                  <a:alpha val="78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7" name="任意多边形 26"/>
          <p:cNvSpPr/>
          <p:nvPr userDrawn="1">
            <p:custDataLst>
              <p:tags r:id="rId4"/>
            </p:custDataLst>
          </p:nvPr>
        </p:nvSpPr>
        <p:spPr>
          <a:xfrm rot="10800000">
            <a:off x="0" y="441488"/>
            <a:ext cx="2828354" cy="40276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54" h="634">
                <a:moveTo>
                  <a:pt x="317" y="0"/>
                </a:moveTo>
                <a:lnTo>
                  <a:pt x="4454" y="0"/>
                </a:lnTo>
                <a:lnTo>
                  <a:pt x="4454" y="634"/>
                </a:lnTo>
                <a:lnTo>
                  <a:pt x="317" y="634"/>
                </a:lnTo>
                <a:cubicBezTo>
                  <a:pt x="142" y="634"/>
                  <a:pt x="0" y="492"/>
                  <a:pt x="0" y="317"/>
                </a:cubicBezTo>
                <a:cubicBezTo>
                  <a:pt x="0" y="142"/>
                  <a:pt x="142" y="0"/>
                  <a:pt x="317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9000">
                <a:schemeClr val="accent1">
                  <a:alpha val="33000"/>
                </a:schemeClr>
              </a:gs>
              <a:gs pos="99000">
                <a:schemeClr val="accent1">
                  <a:alpha val="54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 idx="16385" hasCustomPrompt="1"/>
            <p:custDataLst>
              <p:tags r:id="rId5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5"/>
          <p:cNvSpPr/>
          <p:nvPr userDrawn="1">
            <p:custDataLst>
              <p:tags r:id="rId2"/>
            </p:custDataLst>
          </p:nvPr>
        </p:nvSpPr>
        <p:spPr>
          <a:xfrm rot="10800000">
            <a:off x="0" y="1505585"/>
            <a:ext cx="2440305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43" h="704">
                <a:moveTo>
                  <a:pt x="352" y="0"/>
                </a:moveTo>
                <a:lnTo>
                  <a:pt x="3843" y="0"/>
                </a:lnTo>
                <a:lnTo>
                  <a:pt x="3843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8" name="任意多边形 17"/>
          <p:cNvSpPr/>
          <p:nvPr userDrawn="1">
            <p:custDataLst>
              <p:tags r:id="rId3"/>
            </p:custDataLst>
          </p:nvPr>
        </p:nvSpPr>
        <p:spPr>
          <a:xfrm>
            <a:off x="9203055" y="4669155"/>
            <a:ext cx="2988945" cy="127825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07" h="2013">
                <a:moveTo>
                  <a:pt x="1007" y="0"/>
                </a:moveTo>
                <a:lnTo>
                  <a:pt x="4707" y="0"/>
                </a:lnTo>
                <a:lnTo>
                  <a:pt x="4707" y="2013"/>
                </a:lnTo>
                <a:lnTo>
                  <a:pt x="1007" y="2013"/>
                </a:lnTo>
                <a:cubicBezTo>
                  <a:pt x="451" y="2013"/>
                  <a:pt x="0" y="1562"/>
                  <a:pt x="0" y="1007"/>
                </a:cubicBezTo>
                <a:cubicBezTo>
                  <a:pt x="0" y="451"/>
                  <a:pt x="451" y="0"/>
                  <a:pt x="100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99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3" name="任意多边形 22"/>
          <p:cNvSpPr/>
          <p:nvPr userDrawn="1">
            <p:custDataLst>
              <p:tags r:id="rId4"/>
            </p:custDataLst>
          </p:nvPr>
        </p:nvSpPr>
        <p:spPr>
          <a:xfrm rot="10800000">
            <a:off x="0" y="780415"/>
            <a:ext cx="4521200" cy="6235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20" h="982">
                <a:moveTo>
                  <a:pt x="491" y="0"/>
                </a:moveTo>
                <a:lnTo>
                  <a:pt x="6935" y="0"/>
                </a:lnTo>
                <a:cubicBezTo>
                  <a:pt x="6994" y="0"/>
                  <a:pt x="7051" y="11"/>
                  <a:pt x="7104" y="30"/>
                </a:cubicBezTo>
                <a:lnTo>
                  <a:pt x="7120" y="36"/>
                </a:lnTo>
                <a:lnTo>
                  <a:pt x="7120" y="946"/>
                </a:lnTo>
                <a:lnTo>
                  <a:pt x="7104" y="952"/>
                </a:lnTo>
                <a:cubicBezTo>
                  <a:pt x="7051" y="971"/>
                  <a:pt x="6994" y="982"/>
                  <a:pt x="6935" y="982"/>
                </a:cubicBezTo>
                <a:lnTo>
                  <a:pt x="491" y="982"/>
                </a:lnTo>
                <a:cubicBezTo>
                  <a:pt x="220" y="982"/>
                  <a:pt x="0" y="762"/>
                  <a:pt x="0" y="491"/>
                </a:cubicBezTo>
                <a:cubicBezTo>
                  <a:pt x="0" y="220"/>
                  <a:pt x="220" y="0"/>
                  <a:pt x="491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24" name="任意多边形 23"/>
          <p:cNvSpPr/>
          <p:nvPr userDrawn="1">
            <p:custDataLst>
              <p:tags r:id="rId5"/>
            </p:custDataLst>
          </p:nvPr>
        </p:nvSpPr>
        <p:spPr>
          <a:xfrm rot="10800000">
            <a:off x="0" y="4669155"/>
            <a:ext cx="3502660" cy="18275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6" h="2878">
                <a:moveTo>
                  <a:pt x="1439" y="0"/>
                </a:moveTo>
                <a:lnTo>
                  <a:pt x="5516" y="0"/>
                </a:lnTo>
                <a:lnTo>
                  <a:pt x="5516" y="2878"/>
                </a:lnTo>
                <a:lnTo>
                  <a:pt x="1439" y="2878"/>
                </a:lnTo>
                <a:cubicBezTo>
                  <a:pt x="644" y="2878"/>
                  <a:pt x="0" y="2234"/>
                  <a:pt x="0" y="1439"/>
                </a:cubicBezTo>
                <a:cubicBezTo>
                  <a:pt x="0" y="644"/>
                  <a:pt x="644" y="0"/>
                  <a:pt x="143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86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6"/>
            </p:custDataLst>
          </p:nvPr>
        </p:nvSpPr>
        <p:spPr>
          <a:xfrm rot="10800000" flipV="1">
            <a:off x="0" y="2737485"/>
            <a:ext cx="1604010" cy="1181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26" h="186">
                <a:moveTo>
                  <a:pt x="93" y="0"/>
                </a:moveTo>
                <a:lnTo>
                  <a:pt x="2526" y="0"/>
                </a:lnTo>
                <a:lnTo>
                  <a:pt x="2526" y="186"/>
                </a:lnTo>
                <a:lnTo>
                  <a:pt x="93" y="186"/>
                </a:lnTo>
                <a:cubicBezTo>
                  <a:pt x="42" y="186"/>
                  <a:pt x="0" y="144"/>
                  <a:pt x="0" y="93"/>
                </a:cubicBez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2" name="任意多边形 31"/>
          <p:cNvSpPr/>
          <p:nvPr userDrawn="1">
            <p:custDataLst>
              <p:tags r:id="rId7"/>
            </p:custDataLst>
          </p:nvPr>
        </p:nvSpPr>
        <p:spPr>
          <a:xfrm>
            <a:off x="10360660" y="1118235"/>
            <a:ext cx="1831340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3" name="任意多边形 32"/>
          <p:cNvSpPr/>
          <p:nvPr userDrawn="1">
            <p:custDataLst>
              <p:tags r:id="rId8"/>
            </p:custDataLst>
          </p:nvPr>
        </p:nvSpPr>
        <p:spPr>
          <a:xfrm>
            <a:off x="8957945" y="1685290"/>
            <a:ext cx="3234055" cy="876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93" h="138">
                <a:moveTo>
                  <a:pt x="69" y="0"/>
                </a:moveTo>
                <a:lnTo>
                  <a:pt x="5093" y="0"/>
                </a:lnTo>
                <a:lnTo>
                  <a:pt x="5093" y="138"/>
                </a:lnTo>
                <a:lnTo>
                  <a:pt x="69" y="138"/>
                </a:lnTo>
                <a:cubicBezTo>
                  <a:pt x="31" y="138"/>
                  <a:pt x="0" y="107"/>
                  <a:pt x="0" y="69"/>
                </a:cubicBezTo>
                <a:cubicBezTo>
                  <a:pt x="0" y="31"/>
                  <a:pt x="31" y="0"/>
                  <a:pt x="69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4" name="标题 33"/>
          <p:cNvSpPr>
            <a:spLocks noGrp="1"/>
          </p:cNvSpPr>
          <p:nvPr>
            <p:ph type="ctrTitle" idx="16385" hasCustomPrompt="1"/>
            <p:custDataLst>
              <p:tags r:id="rId10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0038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3860800"/>
          </a:xfrm>
          <a:custGeom>
            <a:avLst/>
            <a:gdLst>
              <a:gd name="connisteX0" fmla="*/ 0 w 10972800"/>
              <a:gd name="connsiteY0" fmla="*/ 203200 h 3860800"/>
              <a:gd name="connisteX1" fmla="*/ 203200 w 10972800"/>
              <a:gd name="connsiteY1" fmla="*/ 0 h 3860800"/>
              <a:gd name="connisteX2" fmla="*/ 10769600 w 10972800"/>
              <a:gd name="connsiteY2" fmla="*/ 0 h 3860800"/>
              <a:gd name="connisteX3" fmla="*/ 10972800 w 10972800"/>
              <a:gd name="connsiteY3" fmla="*/ 203200 h 3860800"/>
              <a:gd name="connisteX4" fmla="*/ 10972800 w 10972800"/>
              <a:gd name="connsiteY4" fmla="*/ 3657600 h 3860800"/>
              <a:gd name="connisteX5" fmla="*/ 10769600 w 10972800"/>
              <a:gd name="connsiteY5" fmla="*/ 3860800 h 3860800"/>
              <a:gd name="connisteX6" fmla="*/ 203200 w 10972800"/>
              <a:gd name="connsiteY6" fmla="*/ 3860800 h 3860800"/>
              <a:gd name="connisteX7" fmla="*/ 0 w 10972800"/>
              <a:gd name="connsiteY7" fmla="*/ 3657600 h 3860800"/>
              <a:gd name="connisteX8" fmla="*/ 0 w 10972800"/>
              <a:gd name="connsiteY8" fmla="*/ 203200 h 386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86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657600"/>
                </a:lnTo>
                <a:cubicBezTo>
                  <a:pt x="10972800" y="3769824"/>
                  <a:pt x="10881824" y="3860800"/>
                  <a:pt x="10769600" y="3860800"/>
                </a:cubicBezTo>
                <a:lnTo>
                  <a:pt x="203200" y="3860800"/>
                </a:lnTo>
                <a:cubicBezTo>
                  <a:pt x="90976" y="3860800"/>
                  <a:pt x="0" y="3769824"/>
                  <a:pt x="0" y="3657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5080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5638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7162800" y="5080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162800" y="5638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9677400" y="5080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9677400" y="5638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1198880" y="23037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438400" y="20701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438400" y="25781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12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3"/>
            </p:custDataLst>
          </p:nvPr>
        </p:nvSpPr>
        <p:spPr>
          <a:xfrm>
            <a:off x="6837680" y="23037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8077200" y="20701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8077200" y="25781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8"/>
            </p:custDataLst>
          </p:nvPr>
        </p:nvSpPr>
        <p:spPr>
          <a:xfrm>
            <a:off x="1198880" y="48183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2438400" y="4584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2438400" y="50927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21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3"/>
            </p:custDataLst>
          </p:nvPr>
        </p:nvSpPr>
        <p:spPr>
          <a:xfrm>
            <a:off x="6837680" y="48183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4"/>
            </p:custDataLst>
          </p:nvPr>
        </p:nvSpPr>
        <p:spPr>
          <a:xfrm>
            <a:off x="8077200" y="4584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5"/>
            </p:custDataLst>
          </p:nvPr>
        </p:nvSpPr>
        <p:spPr>
          <a:xfrm>
            <a:off x="8077200" y="50927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4165600" y="1524000"/>
            <a:ext cx="7416800" cy="1473200"/>
          </a:xfrm>
          <a:custGeom>
            <a:avLst/>
            <a:gdLst>
              <a:gd name="connisteX0" fmla="*/ 0 w 7416800"/>
              <a:gd name="connsiteY0" fmla="*/ 0 h 1473200"/>
              <a:gd name="connisteX1" fmla="*/ 7213600 w 7416800"/>
              <a:gd name="connsiteY1" fmla="*/ 0 h 1473200"/>
              <a:gd name="connisteX2" fmla="*/ 7416800 w 7416800"/>
              <a:gd name="connsiteY2" fmla="*/ 203200 h 1473200"/>
              <a:gd name="connisteX3" fmla="*/ 7416800 w 7416800"/>
              <a:gd name="connsiteY3" fmla="*/ 1270000 h 1473200"/>
              <a:gd name="connisteX4" fmla="*/ 7213600 w 7416800"/>
              <a:gd name="connsiteY4" fmla="*/ 1473200 h 1473200"/>
              <a:gd name="connisteX5" fmla="*/ 0 w 7416800"/>
              <a:gd name="connsiteY5" fmla="*/ 1473200 h 1473200"/>
              <a:gd name="connisteX6" fmla="*/ 0 w 7416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1270000"/>
                </a:lnTo>
                <a:cubicBezTo>
                  <a:pt x="7416800" y="1382224"/>
                  <a:pt x="7325824" y="1473200"/>
                  <a:pt x="7213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470400" y="18288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470400" y="23876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149600"/>
            <a:ext cx="7416800" cy="1473200"/>
          </a:xfrm>
          <a:custGeom>
            <a:avLst/>
            <a:gdLst>
              <a:gd name="connisteX0" fmla="*/ 0 w 7416800"/>
              <a:gd name="connsiteY0" fmla="*/ 203200 h 1473200"/>
              <a:gd name="connisteX1" fmla="*/ 203200 w 7416800"/>
              <a:gd name="connsiteY1" fmla="*/ 0 h 1473200"/>
              <a:gd name="connisteX2" fmla="*/ 7416800 w 7416800"/>
              <a:gd name="connsiteY2" fmla="*/ 0 h 1473200"/>
              <a:gd name="connisteX3" fmla="*/ 7416800 w 7416800"/>
              <a:gd name="connsiteY3" fmla="*/ 1473200 h 1473200"/>
              <a:gd name="connisteX4" fmla="*/ 203200 w 7416800"/>
              <a:gd name="connsiteY4" fmla="*/ 1473200 h 1473200"/>
              <a:gd name="connisteX5" fmla="*/ 0 w 7416800"/>
              <a:gd name="connsiteY5" fmla="*/ 1270000 h 1473200"/>
              <a:gd name="connisteX6" fmla="*/ 0 w 74168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8026400" y="3149600"/>
            <a:ext cx="3556000" cy="1473200"/>
          </a:xfrm>
          <a:custGeom>
            <a:avLst/>
            <a:gdLst>
              <a:gd name="connisteX0" fmla="*/ 0 w 3556000"/>
              <a:gd name="connsiteY0" fmla="*/ 0 h 1473200"/>
              <a:gd name="connisteX1" fmla="*/ 3352800 w 3556000"/>
              <a:gd name="connsiteY1" fmla="*/ 0 h 1473200"/>
              <a:gd name="connisteX2" fmla="*/ 3556000 w 3556000"/>
              <a:gd name="connsiteY2" fmla="*/ 203200 h 1473200"/>
              <a:gd name="connisteX3" fmla="*/ 3556000 w 3556000"/>
              <a:gd name="connsiteY3" fmla="*/ 1270000 h 1473200"/>
              <a:gd name="connisteX4" fmla="*/ 3352800 w 3556000"/>
              <a:gd name="connsiteY4" fmla="*/ 1473200 h 1473200"/>
              <a:gd name="connisteX5" fmla="*/ 0 w 3556000"/>
              <a:gd name="connsiteY5" fmla="*/ 1473200 h 1473200"/>
              <a:gd name="connisteX6" fmla="*/ 0 w 3556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270000"/>
                </a:lnTo>
                <a:cubicBezTo>
                  <a:pt x="3556000" y="1382224"/>
                  <a:pt x="3465024" y="1473200"/>
                  <a:pt x="3352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14400" y="34544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14400" y="40132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4165600" y="4775200"/>
            <a:ext cx="7416800" cy="1473200"/>
          </a:xfrm>
          <a:custGeom>
            <a:avLst/>
            <a:gdLst>
              <a:gd name="connisteX0" fmla="*/ 0 w 7416800"/>
              <a:gd name="connsiteY0" fmla="*/ 0 h 1473200"/>
              <a:gd name="connisteX1" fmla="*/ 7213600 w 7416800"/>
              <a:gd name="connsiteY1" fmla="*/ 0 h 1473200"/>
              <a:gd name="connisteX2" fmla="*/ 7416800 w 7416800"/>
              <a:gd name="connsiteY2" fmla="*/ 203200 h 1473200"/>
              <a:gd name="connisteX3" fmla="*/ 7416800 w 7416800"/>
              <a:gd name="connsiteY3" fmla="*/ 1270000 h 1473200"/>
              <a:gd name="connisteX4" fmla="*/ 7213600 w 7416800"/>
              <a:gd name="connsiteY4" fmla="*/ 1473200 h 1473200"/>
              <a:gd name="connisteX5" fmla="*/ 0 w 7416800"/>
              <a:gd name="connsiteY5" fmla="*/ 1473200 h 1473200"/>
              <a:gd name="connisteX6" fmla="*/ 0 w 7416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1270000"/>
                </a:lnTo>
                <a:cubicBezTo>
                  <a:pt x="7416800" y="1382224"/>
                  <a:pt x="7325824" y="1473200"/>
                  <a:pt x="7213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09600" y="47752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4470400" y="50800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4470400" y="56388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20701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5781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438400" y="45847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438400" y="50927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3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34036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2044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6035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2044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6035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34036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914400" y="45593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914400" y="51181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0424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6553200" y="45593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6553200" y="51181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4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1402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203200 h 2997200"/>
              <a:gd name="connisteX1" fmla="*/ 203200 w 10972800"/>
              <a:gd name="connsiteY1" fmla="*/ 0 h 2997200"/>
              <a:gd name="connisteX2" fmla="*/ 10769600 w 10972800"/>
              <a:gd name="connsiteY2" fmla="*/ 0 h 2997200"/>
              <a:gd name="connisteX3" fmla="*/ 10972800 w 10972800"/>
              <a:gd name="connsiteY3" fmla="*/ 203200 h 2997200"/>
              <a:gd name="connisteX4" fmla="*/ 10972800 w 10972800"/>
              <a:gd name="connsiteY4" fmla="*/ 2794000 h 2997200"/>
              <a:gd name="connisteX5" fmla="*/ 10769600 w 10972800"/>
              <a:gd name="connsiteY5" fmla="*/ 2997200 h 2997200"/>
              <a:gd name="connisteX6" fmla="*/ 203200 w 10972800"/>
              <a:gd name="connsiteY6" fmla="*/ 2997200 h 2997200"/>
              <a:gd name="connisteX7" fmla="*/ 0 w 10972800"/>
              <a:gd name="connsiteY7" fmla="*/ 2794000 h 2997200"/>
              <a:gd name="connisteX8" fmla="*/ 0 w 109728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94000"/>
                </a:lnTo>
                <a:cubicBezTo>
                  <a:pt x="10972800" y="2906224"/>
                  <a:pt x="10881824" y="2997200"/>
                  <a:pt x="107696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89200" y="22606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89200" y="27686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489200" y="4394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489200" y="49022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6324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96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289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289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289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3048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41950" y="3276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257800" y="4216400"/>
            <a:ext cx="2857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257800" y="4724400"/>
            <a:ext cx="28575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24900" y="3048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909050" y="3276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724900" y="4216400"/>
            <a:ext cx="2857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724900" y="4724400"/>
            <a:ext cx="28575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8128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128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8128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6322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6322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6322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4516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4516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4516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2710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2710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2710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4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7"/>
            </p:custDataLst>
          </p:nvPr>
        </p:nvSpPr>
        <p:spPr>
          <a:xfrm>
            <a:off x="822960" y="21437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778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778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6" hasCustomPrompt="1"/>
            <p:custDataLst>
              <p:tags r:id="rId11"/>
            </p:custDataLst>
          </p:nvPr>
        </p:nvSpPr>
        <p:spPr>
          <a:xfrm>
            <a:off x="6537960" y="21437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7493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493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822960" y="4328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778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778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0" hasCustomPrompt="1"/>
            <p:custDataLst>
              <p:tags r:id="rId19"/>
            </p:custDataLst>
          </p:nvPr>
        </p:nvSpPr>
        <p:spPr>
          <a:xfrm>
            <a:off x="6537960" y="4328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7493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7493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4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7592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736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1280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328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328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4470400"/>
            <a:ext cx="3454400" cy="1778000"/>
          </a:xfrm>
          <a:custGeom>
            <a:avLst/>
            <a:gdLst>
              <a:gd name="connisteX0" fmla="*/ 0 w 3454400"/>
              <a:gd name="connsiteY0" fmla="*/ 0 h 1778000"/>
              <a:gd name="connisteX1" fmla="*/ 3454400 w 3454400"/>
              <a:gd name="connsiteY1" fmla="*/ 0 h 1778000"/>
              <a:gd name="connisteX2" fmla="*/ 3454400 w 3454400"/>
              <a:gd name="connsiteY2" fmla="*/ 1574800 h 1778000"/>
              <a:gd name="connisteX3" fmla="*/ 3251200 w 3454400"/>
              <a:gd name="connsiteY3" fmla="*/ 1778000 h 1778000"/>
              <a:gd name="connisteX4" fmla="*/ 203200 w 3454400"/>
              <a:gd name="connsiteY4" fmla="*/ 1778000 h 1778000"/>
              <a:gd name="connisteX5" fmla="*/ 0 w 3454400"/>
              <a:gd name="connsiteY5" fmla="*/ 1574800 h 1778000"/>
              <a:gd name="connisteX6" fmla="*/ 0 w 34544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78000">
                <a:moveTo>
                  <a:pt x="0" y="0"/>
                </a:moveTo>
                <a:lnTo>
                  <a:pt x="3454400" y="0"/>
                </a:lnTo>
                <a:lnTo>
                  <a:pt x="3454400" y="1574800"/>
                </a:lnTo>
                <a:cubicBezTo>
                  <a:pt x="3454400" y="1687024"/>
                  <a:pt x="3363424" y="1778000"/>
                  <a:pt x="3251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775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3340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4470400"/>
            <a:ext cx="3454400" cy="1778000"/>
          </a:xfrm>
          <a:custGeom>
            <a:avLst/>
            <a:gdLst>
              <a:gd name="connisteX0" fmla="*/ 0 w 3454400"/>
              <a:gd name="connsiteY0" fmla="*/ 0 h 1778000"/>
              <a:gd name="connisteX1" fmla="*/ 3454400 w 3454400"/>
              <a:gd name="connsiteY1" fmla="*/ 0 h 1778000"/>
              <a:gd name="connisteX2" fmla="*/ 3454400 w 3454400"/>
              <a:gd name="connsiteY2" fmla="*/ 1574800 h 1778000"/>
              <a:gd name="connisteX3" fmla="*/ 3251200 w 3454400"/>
              <a:gd name="connsiteY3" fmla="*/ 1778000 h 1778000"/>
              <a:gd name="connisteX4" fmla="*/ 203200 w 3454400"/>
              <a:gd name="connsiteY4" fmla="*/ 1778000 h 1778000"/>
              <a:gd name="connisteX5" fmla="*/ 0 w 3454400"/>
              <a:gd name="connsiteY5" fmla="*/ 1574800 h 1778000"/>
              <a:gd name="connisteX6" fmla="*/ 0 w 34544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78000">
                <a:moveTo>
                  <a:pt x="0" y="0"/>
                </a:moveTo>
                <a:lnTo>
                  <a:pt x="3454400" y="0"/>
                </a:lnTo>
                <a:lnTo>
                  <a:pt x="3454400" y="1574800"/>
                </a:lnTo>
                <a:cubicBezTo>
                  <a:pt x="3454400" y="1687024"/>
                  <a:pt x="3363424" y="1778000"/>
                  <a:pt x="3251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775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53340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4470400"/>
            <a:ext cx="3454400" cy="1778000"/>
          </a:xfrm>
          <a:custGeom>
            <a:avLst/>
            <a:gdLst>
              <a:gd name="connisteX0" fmla="*/ 0 w 3454400"/>
              <a:gd name="connsiteY0" fmla="*/ 0 h 1778000"/>
              <a:gd name="connisteX1" fmla="*/ 3454400 w 3454400"/>
              <a:gd name="connsiteY1" fmla="*/ 0 h 1778000"/>
              <a:gd name="connisteX2" fmla="*/ 3454400 w 3454400"/>
              <a:gd name="connsiteY2" fmla="*/ 1574800 h 1778000"/>
              <a:gd name="connisteX3" fmla="*/ 3251200 w 3454400"/>
              <a:gd name="connsiteY3" fmla="*/ 1778000 h 1778000"/>
              <a:gd name="connisteX4" fmla="*/ 203200 w 3454400"/>
              <a:gd name="connsiteY4" fmla="*/ 1778000 h 1778000"/>
              <a:gd name="connisteX5" fmla="*/ 0 w 3454400"/>
              <a:gd name="connsiteY5" fmla="*/ 1574800 h 1778000"/>
              <a:gd name="connisteX6" fmla="*/ 0 w 34544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78000">
                <a:moveTo>
                  <a:pt x="0" y="0"/>
                </a:moveTo>
                <a:lnTo>
                  <a:pt x="3454400" y="0"/>
                </a:lnTo>
                <a:lnTo>
                  <a:pt x="3454400" y="1574800"/>
                </a:lnTo>
                <a:cubicBezTo>
                  <a:pt x="3454400" y="1687024"/>
                  <a:pt x="3363424" y="1778000"/>
                  <a:pt x="3251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775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53340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997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894080" y="32816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6096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6096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3352800" y="2997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3637280" y="32816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33528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33528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3" Type="http://schemas.openxmlformats.org/officeDocument/2006/relationships/theme" Target="../theme/theme1.xml"/><Relationship Id="rId42" Type="http://schemas.openxmlformats.org/officeDocument/2006/relationships/tags" Target="../tags/tag394.xml"/><Relationship Id="rId41" Type="http://schemas.openxmlformats.org/officeDocument/2006/relationships/tags" Target="../tags/tag393.xml"/><Relationship Id="rId40" Type="http://schemas.openxmlformats.org/officeDocument/2006/relationships/tags" Target="../tags/tag392.xml"/><Relationship Id="rId4" Type="http://schemas.openxmlformats.org/officeDocument/2006/relationships/slideLayout" Target="../slideLayouts/slideLayout4.xml"/><Relationship Id="rId39" Type="http://schemas.openxmlformats.org/officeDocument/2006/relationships/tags" Target="../tags/tag391.xml"/><Relationship Id="rId38" Type="http://schemas.openxmlformats.org/officeDocument/2006/relationships/tags" Target="../tags/tag390.xml"/><Relationship Id="rId37" Type="http://schemas.openxmlformats.org/officeDocument/2006/relationships/tags" Target="../tags/tag389.xml"/><Relationship Id="rId36" Type="http://schemas.openxmlformats.org/officeDocument/2006/relationships/tags" Target="../tags/tag388.xml"/><Relationship Id="rId35" Type="http://schemas.openxmlformats.org/officeDocument/2006/relationships/tags" Target="../tags/tag387.xml"/><Relationship Id="rId34" Type="http://schemas.openxmlformats.org/officeDocument/2006/relationships/tags" Target="../tags/tag386.xml"/><Relationship Id="rId33" Type="http://schemas.openxmlformats.org/officeDocument/2006/relationships/tags" Target="../tags/tag385.xml"/><Relationship Id="rId32" Type="http://schemas.openxmlformats.org/officeDocument/2006/relationships/tags" Target="../tags/tag384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32"/>
            </p:custDataLst>
          </p:nvPr>
        </p:nvSpPr>
        <p:spPr>
          <a:xfrm flipH="1">
            <a:off x="0" y="6329680"/>
            <a:ext cx="1419225" cy="3467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33"/>
            </p:custDataLst>
          </p:nvPr>
        </p:nvSpPr>
        <p:spPr>
          <a:xfrm flipH="1">
            <a:off x="0" y="6070600"/>
            <a:ext cx="953135" cy="10604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1" h="167">
                <a:moveTo>
                  <a:pt x="53" y="0"/>
                </a:moveTo>
                <a:lnTo>
                  <a:pt x="1501" y="0"/>
                </a:lnTo>
                <a:lnTo>
                  <a:pt x="1501" y="167"/>
                </a:lnTo>
                <a:lnTo>
                  <a:pt x="53" y="167"/>
                </a:lnTo>
                <a:cubicBezTo>
                  <a:pt x="24" y="167"/>
                  <a:pt x="0" y="129"/>
                  <a:pt x="0" y="84"/>
                </a:cubicBezTo>
                <a:cubicBezTo>
                  <a:pt x="0" y="38"/>
                  <a:pt x="24" y="0"/>
                  <a:pt x="5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任意多边形 6"/>
          <p:cNvSpPr/>
          <p:nvPr userDrawn="1">
            <p:custDataLst>
              <p:tags r:id="rId39"/>
            </p:custDataLst>
          </p:nvPr>
        </p:nvSpPr>
        <p:spPr>
          <a:xfrm>
            <a:off x="10772775" y="153670"/>
            <a:ext cx="1419225" cy="3467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40"/>
            </p:custDataLst>
          </p:nvPr>
        </p:nvSpPr>
        <p:spPr>
          <a:xfrm>
            <a:off x="11259185" y="653415"/>
            <a:ext cx="953135" cy="10604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1" h="167">
                <a:moveTo>
                  <a:pt x="53" y="0"/>
                </a:moveTo>
                <a:lnTo>
                  <a:pt x="1501" y="0"/>
                </a:lnTo>
                <a:lnTo>
                  <a:pt x="1501" y="167"/>
                </a:lnTo>
                <a:lnTo>
                  <a:pt x="53" y="167"/>
                </a:lnTo>
                <a:cubicBezTo>
                  <a:pt x="24" y="167"/>
                  <a:pt x="0" y="129"/>
                  <a:pt x="0" y="84"/>
                </a:cubicBezTo>
                <a:cubicBezTo>
                  <a:pt x="0" y="38"/>
                  <a:pt x="24" y="0"/>
                  <a:pt x="5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1" name="KSO_TEMPLATE" hidden="1"/>
          <p:cNvSpPr/>
          <p:nvPr userDrawn="1">
            <p:custDataLst>
              <p:tags r:id="rId4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rgbClr val="133888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398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tags" Target="../tags/tag402.xml"/><Relationship Id="rId3" Type="http://schemas.openxmlformats.org/officeDocument/2006/relationships/tags" Target="../tags/tag401.x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419.xml"/><Relationship Id="rId20" Type="http://schemas.openxmlformats.org/officeDocument/2006/relationships/tags" Target="../tags/tag418.xml"/><Relationship Id="rId2" Type="http://schemas.openxmlformats.org/officeDocument/2006/relationships/tags" Target="../tags/tag400.xml"/><Relationship Id="rId19" Type="http://schemas.openxmlformats.org/officeDocument/2006/relationships/tags" Target="../tags/tag417.xml"/><Relationship Id="rId18" Type="http://schemas.openxmlformats.org/officeDocument/2006/relationships/tags" Target="../tags/tag416.xml"/><Relationship Id="rId17" Type="http://schemas.openxmlformats.org/officeDocument/2006/relationships/tags" Target="../tags/tag415.xml"/><Relationship Id="rId16" Type="http://schemas.openxmlformats.org/officeDocument/2006/relationships/tags" Target="../tags/tag414.xml"/><Relationship Id="rId15" Type="http://schemas.openxmlformats.org/officeDocument/2006/relationships/tags" Target="../tags/tag413.xml"/><Relationship Id="rId14" Type="http://schemas.openxmlformats.org/officeDocument/2006/relationships/tags" Target="../tags/tag412.xml"/><Relationship Id="rId13" Type="http://schemas.openxmlformats.org/officeDocument/2006/relationships/tags" Target="../tags/tag411.xml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tags" Target="../tags/tag39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22.xml"/><Relationship Id="rId2" Type="http://schemas.openxmlformats.org/officeDocument/2006/relationships/tags" Target="../tags/tag421.xml"/><Relationship Id="rId1" Type="http://schemas.openxmlformats.org/officeDocument/2006/relationships/tags" Target="../tags/tag4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image" Target="../media/image1.jpeg"/><Relationship Id="rId2" Type="http://schemas.openxmlformats.org/officeDocument/2006/relationships/tags" Target="../tags/tag424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431.xml"/><Relationship Id="rId1" Type="http://schemas.openxmlformats.org/officeDocument/2006/relationships/tags" Target="../tags/tag42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38.xml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435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453.xml"/><Relationship Id="rId3" Type="http://schemas.openxmlformats.org/officeDocument/2006/relationships/tags" Target="../tags/tag434.xml"/><Relationship Id="rId29" Type="http://schemas.openxmlformats.org/officeDocument/2006/relationships/tags" Target="../tags/tag452.xml"/><Relationship Id="rId28" Type="http://schemas.openxmlformats.org/officeDocument/2006/relationships/tags" Target="../tags/tag451.xml"/><Relationship Id="rId27" Type="http://schemas.openxmlformats.org/officeDocument/2006/relationships/image" Target="../media/image9.svg"/><Relationship Id="rId26" Type="http://schemas.openxmlformats.org/officeDocument/2006/relationships/image" Target="../media/image8.png"/><Relationship Id="rId25" Type="http://schemas.openxmlformats.org/officeDocument/2006/relationships/tags" Target="../tags/tag450.xml"/><Relationship Id="rId24" Type="http://schemas.openxmlformats.org/officeDocument/2006/relationships/tags" Target="../tags/tag449.xml"/><Relationship Id="rId23" Type="http://schemas.openxmlformats.org/officeDocument/2006/relationships/tags" Target="../tags/tag448.xml"/><Relationship Id="rId22" Type="http://schemas.openxmlformats.org/officeDocument/2006/relationships/tags" Target="../tags/tag447.xml"/><Relationship Id="rId21" Type="http://schemas.openxmlformats.org/officeDocument/2006/relationships/tags" Target="../tags/tag446.xml"/><Relationship Id="rId20" Type="http://schemas.openxmlformats.org/officeDocument/2006/relationships/image" Target="../media/image7.svg"/><Relationship Id="rId2" Type="http://schemas.openxmlformats.org/officeDocument/2006/relationships/tags" Target="../tags/tag433.xml"/><Relationship Id="rId19" Type="http://schemas.openxmlformats.org/officeDocument/2006/relationships/image" Target="../media/image6.png"/><Relationship Id="rId18" Type="http://schemas.openxmlformats.org/officeDocument/2006/relationships/tags" Target="../tags/tag445.xml"/><Relationship Id="rId17" Type="http://schemas.openxmlformats.org/officeDocument/2006/relationships/tags" Target="../tags/tag444.xml"/><Relationship Id="rId16" Type="http://schemas.openxmlformats.org/officeDocument/2006/relationships/tags" Target="../tags/tag443.xml"/><Relationship Id="rId15" Type="http://schemas.openxmlformats.org/officeDocument/2006/relationships/tags" Target="../tags/tag442.xml"/><Relationship Id="rId14" Type="http://schemas.openxmlformats.org/officeDocument/2006/relationships/tags" Target="../tags/tag441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440.xml"/><Relationship Id="rId10" Type="http://schemas.openxmlformats.org/officeDocument/2006/relationships/tags" Target="../tags/tag439.xml"/><Relationship Id="rId1" Type="http://schemas.openxmlformats.org/officeDocument/2006/relationships/tags" Target="../tags/tag43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" Type="http://schemas.openxmlformats.org/officeDocument/2006/relationships/tags" Target="../tags/tag45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463.xml"/><Relationship Id="rId7" Type="http://schemas.openxmlformats.org/officeDocument/2006/relationships/tags" Target="../tags/tag462.xml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" Type="http://schemas.openxmlformats.org/officeDocument/2006/relationships/image" Target="../media/image10.jpeg"/><Relationship Id="rId3" Type="http://schemas.openxmlformats.org/officeDocument/2006/relationships/tags" Target="../tags/tag459.xml"/><Relationship Id="rId2" Type="http://schemas.openxmlformats.org/officeDocument/2006/relationships/tags" Target="../tags/tag458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470.xml"/><Relationship Id="rId16" Type="http://schemas.openxmlformats.org/officeDocument/2006/relationships/tags" Target="../tags/tag469.xml"/><Relationship Id="rId15" Type="http://schemas.openxmlformats.org/officeDocument/2006/relationships/tags" Target="../tags/tag468.xml"/><Relationship Id="rId14" Type="http://schemas.openxmlformats.org/officeDocument/2006/relationships/image" Target="../media/image12.jpeg"/><Relationship Id="rId13" Type="http://schemas.openxmlformats.org/officeDocument/2006/relationships/tags" Target="../tags/tag467.xml"/><Relationship Id="rId12" Type="http://schemas.openxmlformats.org/officeDocument/2006/relationships/tags" Target="../tags/tag466.xml"/><Relationship Id="rId11" Type="http://schemas.openxmlformats.org/officeDocument/2006/relationships/tags" Target="../tags/tag465.xml"/><Relationship Id="rId10" Type="http://schemas.openxmlformats.org/officeDocument/2006/relationships/tags" Target="../tags/tag464.xml"/><Relationship Id="rId1" Type="http://schemas.openxmlformats.org/officeDocument/2006/relationships/tags" Target="../tags/tag45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7.xml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tags" Target="../tags/tag47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473.xml"/><Relationship Id="rId2" Type="http://schemas.openxmlformats.org/officeDocument/2006/relationships/tags" Target="../tags/tag472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480.xml"/><Relationship Id="rId13" Type="http://schemas.openxmlformats.org/officeDocument/2006/relationships/tags" Target="../tags/tag479.xml"/><Relationship Id="rId12" Type="http://schemas.openxmlformats.org/officeDocument/2006/relationships/tags" Target="../tags/tag478.xml"/><Relationship Id="rId11" Type="http://schemas.openxmlformats.org/officeDocument/2006/relationships/image" Target="../media/image5.svg"/><Relationship Id="rId10" Type="http://schemas.openxmlformats.org/officeDocument/2006/relationships/image" Target="../media/image4.png"/><Relationship Id="rId1" Type="http://schemas.openxmlformats.org/officeDocument/2006/relationships/tags" Target="../tags/tag47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" Type="http://schemas.openxmlformats.org/officeDocument/2006/relationships/tags" Target="../tags/tag486.xml"/><Relationship Id="rId6" Type="http://schemas.openxmlformats.org/officeDocument/2006/relationships/tags" Target="../tags/tag485.xml"/><Relationship Id="rId5" Type="http://schemas.openxmlformats.org/officeDocument/2006/relationships/tags" Target="../tags/tag484.xml"/><Relationship Id="rId4" Type="http://schemas.openxmlformats.org/officeDocument/2006/relationships/tags" Target="../tags/tag483.xml"/><Relationship Id="rId3" Type="http://schemas.openxmlformats.org/officeDocument/2006/relationships/image" Target="../media/image15.jpeg"/><Relationship Id="rId2" Type="http://schemas.openxmlformats.org/officeDocument/2006/relationships/tags" Target="../tags/tag482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tags" Target="../tags/tag48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95.xml"/><Relationship Id="rId2" Type="http://schemas.openxmlformats.org/officeDocument/2006/relationships/tags" Target="../tags/tag494.xml"/><Relationship Id="rId1" Type="http://schemas.openxmlformats.org/officeDocument/2006/relationships/tags" Target="../tags/tag49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image" Target="../media/image16.png"/><Relationship Id="rId3" Type="http://schemas.openxmlformats.org/officeDocument/2006/relationships/tags" Target="../tags/tag498.xml"/><Relationship Id="rId23" Type="http://schemas.openxmlformats.org/officeDocument/2006/relationships/slideLayout" Target="../slideLayouts/slideLayout19.xml"/><Relationship Id="rId22" Type="http://schemas.openxmlformats.org/officeDocument/2006/relationships/tags" Target="../tags/tag513.xml"/><Relationship Id="rId21" Type="http://schemas.openxmlformats.org/officeDocument/2006/relationships/tags" Target="../tags/tag512.xml"/><Relationship Id="rId20" Type="http://schemas.openxmlformats.org/officeDocument/2006/relationships/tags" Target="../tags/tag511.xml"/><Relationship Id="rId2" Type="http://schemas.openxmlformats.org/officeDocument/2006/relationships/tags" Target="../tags/tag497.xml"/><Relationship Id="rId19" Type="http://schemas.openxmlformats.org/officeDocument/2006/relationships/image" Target="../media/image19.png"/><Relationship Id="rId18" Type="http://schemas.openxmlformats.org/officeDocument/2006/relationships/tags" Target="../tags/tag510.xml"/><Relationship Id="rId17" Type="http://schemas.openxmlformats.org/officeDocument/2006/relationships/tags" Target="../tags/tag509.xml"/><Relationship Id="rId16" Type="http://schemas.openxmlformats.org/officeDocument/2006/relationships/tags" Target="../tags/tag508.xml"/><Relationship Id="rId15" Type="http://schemas.openxmlformats.org/officeDocument/2006/relationships/tags" Target="../tags/tag507.xml"/><Relationship Id="rId14" Type="http://schemas.openxmlformats.org/officeDocument/2006/relationships/image" Target="../media/image18.png"/><Relationship Id="rId13" Type="http://schemas.openxmlformats.org/officeDocument/2006/relationships/tags" Target="../tags/tag506.xml"/><Relationship Id="rId12" Type="http://schemas.openxmlformats.org/officeDocument/2006/relationships/tags" Target="../tags/tag505.xml"/><Relationship Id="rId11" Type="http://schemas.openxmlformats.org/officeDocument/2006/relationships/tags" Target="../tags/tag504.xml"/><Relationship Id="rId10" Type="http://schemas.openxmlformats.org/officeDocument/2006/relationships/tags" Target="../tags/tag503.xml"/><Relationship Id="rId1" Type="http://schemas.openxmlformats.org/officeDocument/2006/relationships/tags" Target="../tags/tag49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21.xml"/><Relationship Id="rId8" Type="http://schemas.openxmlformats.org/officeDocument/2006/relationships/tags" Target="../tags/tag520.xml"/><Relationship Id="rId7" Type="http://schemas.openxmlformats.org/officeDocument/2006/relationships/tags" Target="../tags/tag519.xml"/><Relationship Id="rId6" Type="http://schemas.openxmlformats.org/officeDocument/2006/relationships/tags" Target="../tags/tag518.xml"/><Relationship Id="rId5" Type="http://schemas.openxmlformats.org/officeDocument/2006/relationships/tags" Target="../tags/tag517.xml"/><Relationship Id="rId4" Type="http://schemas.openxmlformats.org/officeDocument/2006/relationships/tags" Target="../tags/tag516.xml"/><Relationship Id="rId3" Type="http://schemas.openxmlformats.org/officeDocument/2006/relationships/image" Target="../media/image20.jpeg"/><Relationship Id="rId2" Type="http://schemas.openxmlformats.org/officeDocument/2006/relationships/tags" Target="../tags/tag515.xml"/><Relationship Id="rId14" Type="http://schemas.openxmlformats.org/officeDocument/2006/relationships/slideLayout" Target="../slideLayouts/slideLayout20.xml"/><Relationship Id="rId13" Type="http://schemas.openxmlformats.org/officeDocument/2006/relationships/tags" Target="../tags/tag525.xml"/><Relationship Id="rId12" Type="http://schemas.openxmlformats.org/officeDocument/2006/relationships/tags" Target="../tags/tag524.xml"/><Relationship Id="rId11" Type="http://schemas.openxmlformats.org/officeDocument/2006/relationships/tags" Target="../tags/tag523.xml"/><Relationship Id="rId10" Type="http://schemas.openxmlformats.org/officeDocument/2006/relationships/tags" Target="../tags/tag522.xml"/><Relationship Id="rId1" Type="http://schemas.openxmlformats.org/officeDocument/2006/relationships/tags" Target="../tags/tag51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32.xml"/><Relationship Id="rId8" Type="http://schemas.openxmlformats.org/officeDocument/2006/relationships/tags" Target="../tags/tag531.xml"/><Relationship Id="rId7" Type="http://schemas.openxmlformats.org/officeDocument/2006/relationships/image" Target="../media/image22.png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image" Target="../media/image21.png"/><Relationship Id="rId2" Type="http://schemas.openxmlformats.org/officeDocument/2006/relationships/tags" Target="../tags/tag527.xml"/><Relationship Id="rId11" Type="http://schemas.openxmlformats.org/officeDocument/2006/relationships/slideLayout" Target="../slideLayouts/slideLayout21.xml"/><Relationship Id="rId10" Type="http://schemas.openxmlformats.org/officeDocument/2006/relationships/tags" Target="../tags/tag533.xml"/><Relationship Id="rId1" Type="http://schemas.openxmlformats.org/officeDocument/2006/relationships/tags" Target="../tags/tag52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42.xml"/><Relationship Id="rId8" Type="http://schemas.openxmlformats.org/officeDocument/2006/relationships/tags" Target="../tags/tag541.xml"/><Relationship Id="rId7" Type="http://schemas.openxmlformats.org/officeDocument/2006/relationships/tags" Target="../tags/tag540.xml"/><Relationship Id="rId6" Type="http://schemas.openxmlformats.org/officeDocument/2006/relationships/tags" Target="../tags/tag539.xml"/><Relationship Id="rId5" Type="http://schemas.openxmlformats.org/officeDocument/2006/relationships/tags" Target="../tags/tag538.xml"/><Relationship Id="rId4" Type="http://schemas.openxmlformats.org/officeDocument/2006/relationships/tags" Target="../tags/tag537.xml"/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9" Type="http://schemas.openxmlformats.org/officeDocument/2006/relationships/slideLayout" Target="../slideLayouts/slideLayout22.xml"/><Relationship Id="rId18" Type="http://schemas.openxmlformats.org/officeDocument/2006/relationships/tags" Target="../tags/tag551.xml"/><Relationship Id="rId17" Type="http://schemas.openxmlformats.org/officeDocument/2006/relationships/tags" Target="../tags/tag550.xml"/><Relationship Id="rId16" Type="http://schemas.openxmlformats.org/officeDocument/2006/relationships/tags" Target="../tags/tag549.xml"/><Relationship Id="rId15" Type="http://schemas.openxmlformats.org/officeDocument/2006/relationships/tags" Target="../tags/tag548.xml"/><Relationship Id="rId14" Type="http://schemas.openxmlformats.org/officeDocument/2006/relationships/tags" Target="../tags/tag547.xml"/><Relationship Id="rId13" Type="http://schemas.openxmlformats.org/officeDocument/2006/relationships/tags" Target="../tags/tag546.xml"/><Relationship Id="rId12" Type="http://schemas.openxmlformats.org/officeDocument/2006/relationships/tags" Target="../tags/tag545.xml"/><Relationship Id="rId11" Type="http://schemas.openxmlformats.org/officeDocument/2006/relationships/tags" Target="../tags/tag544.xml"/><Relationship Id="rId10" Type="http://schemas.openxmlformats.org/officeDocument/2006/relationships/tags" Target="../tags/tag543.xml"/><Relationship Id="rId1" Type="http://schemas.openxmlformats.org/officeDocument/2006/relationships/tags" Target="../tags/tag53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54.xml"/><Relationship Id="rId2" Type="http://schemas.openxmlformats.org/officeDocument/2006/relationships/tags" Target="../tags/tag553.xml"/><Relationship Id="rId1" Type="http://schemas.openxmlformats.org/officeDocument/2006/relationships/tags" Target="../tags/tag55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62.xml"/><Relationship Id="rId8" Type="http://schemas.openxmlformats.org/officeDocument/2006/relationships/tags" Target="../tags/tag561.xml"/><Relationship Id="rId7" Type="http://schemas.openxmlformats.org/officeDocument/2006/relationships/tags" Target="../tags/tag560.xml"/><Relationship Id="rId6" Type="http://schemas.openxmlformats.org/officeDocument/2006/relationships/tags" Target="../tags/tag559.xml"/><Relationship Id="rId5" Type="http://schemas.openxmlformats.org/officeDocument/2006/relationships/tags" Target="../tags/tag558.xml"/><Relationship Id="rId4" Type="http://schemas.openxmlformats.org/officeDocument/2006/relationships/tags" Target="../tags/tag557.xml"/><Relationship Id="rId3" Type="http://schemas.openxmlformats.org/officeDocument/2006/relationships/image" Target="../media/image16.png"/><Relationship Id="rId2" Type="http://schemas.openxmlformats.org/officeDocument/2006/relationships/tags" Target="../tags/tag556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565.xml"/><Relationship Id="rId11" Type="http://schemas.openxmlformats.org/officeDocument/2006/relationships/tags" Target="../tags/tag564.xml"/><Relationship Id="rId10" Type="http://schemas.openxmlformats.org/officeDocument/2006/relationships/tags" Target="../tags/tag563.xml"/><Relationship Id="rId1" Type="http://schemas.openxmlformats.org/officeDocument/2006/relationships/tags" Target="../tags/tag55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572.xml"/><Relationship Id="rId7" Type="http://schemas.openxmlformats.org/officeDocument/2006/relationships/tags" Target="../tags/tag571.xml"/><Relationship Id="rId6" Type="http://schemas.openxmlformats.org/officeDocument/2006/relationships/tags" Target="../tags/tag570.xml"/><Relationship Id="rId5" Type="http://schemas.openxmlformats.org/officeDocument/2006/relationships/tags" Target="../tags/tag569.xml"/><Relationship Id="rId4" Type="http://schemas.openxmlformats.org/officeDocument/2006/relationships/image" Target="../media/image23.jpeg"/><Relationship Id="rId3" Type="http://schemas.openxmlformats.org/officeDocument/2006/relationships/tags" Target="../tags/tag568.xml"/><Relationship Id="rId23" Type="http://schemas.openxmlformats.org/officeDocument/2006/relationships/slideLayout" Target="../slideLayouts/slideLayout24.xml"/><Relationship Id="rId22" Type="http://schemas.openxmlformats.org/officeDocument/2006/relationships/tags" Target="../tags/tag583.xml"/><Relationship Id="rId21" Type="http://schemas.openxmlformats.org/officeDocument/2006/relationships/tags" Target="../tags/tag582.xml"/><Relationship Id="rId20" Type="http://schemas.openxmlformats.org/officeDocument/2006/relationships/tags" Target="../tags/tag581.xml"/><Relationship Id="rId2" Type="http://schemas.openxmlformats.org/officeDocument/2006/relationships/tags" Target="../tags/tag567.xml"/><Relationship Id="rId19" Type="http://schemas.openxmlformats.org/officeDocument/2006/relationships/image" Target="../media/image17.png"/><Relationship Id="rId18" Type="http://schemas.openxmlformats.org/officeDocument/2006/relationships/tags" Target="../tags/tag580.xml"/><Relationship Id="rId17" Type="http://schemas.openxmlformats.org/officeDocument/2006/relationships/tags" Target="../tags/tag579.xml"/><Relationship Id="rId16" Type="http://schemas.openxmlformats.org/officeDocument/2006/relationships/tags" Target="../tags/tag578.xml"/><Relationship Id="rId15" Type="http://schemas.openxmlformats.org/officeDocument/2006/relationships/tags" Target="../tags/tag577.xml"/><Relationship Id="rId14" Type="http://schemas.openxmlformats.org/officeDocument/2006/relationships/image" Target="../media/image19.png"/><Relationship Id="rId13" Type="http://schemas.openxmlformats.org/officeDocument/2006/relationships/tags" Target="../tags/tag576.xml"/><Relationship Id="rId12" Type="http://schemas.openxmlformats.org/officeDocument/2006/relationships/tags" Target="../tags/tag575.xml"/><Relationship Id="rId11" Type="http://schemas.openxmlformats.org/officeDocument/2006/relationships/tags" Target="../tags/tag574.xml"/><Relationship Id="rId10" Type="http://schemas.openxmlformats.org/officeDocument/2006/relationships/tags" Target="../tags/tag573.xml"/><Relationship Id="rId1" Type="http://schemas.openxmlformats.org/officeDocument/2006/relationships/tags" Target="../tags/tag56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tags" Target="../tags/tag591.xml"/><Relationship Id="rId7" Type="http://schemas.openxmlformats.org/officeDocument/2006/relationships/tags" Target="../tags/tag590.xml"/><Relationship Id="rId6" Type="http://schemas.openxmlformats.org/officeDocument/2006/relationships/tags" Target="../tags/tag589.xml"/><Relationship Id="rId5" Type="http://schemas.openxmlformats.org/officeDocument/2006/relationships/tags" Target="../tags/tag588.xml"/><Relationship Id="rId4" Type="http://schemas.openxmlformats.org/officeDocument/2006/relationships/tags" Target="../tags/tag587.xml"/><Relationship Id="rId3" Type="http://schemas.openxmlformats.org/officeDocument/2006/relationships/tags" Target="../tags/tag586.xml"/><Relationship Id="rId2" Type="http://schemas.openxmlformats.org/officeDocument/2006/relationships/tags" Target="../tags/tag585.xml"/><Relationship Id="rId1" Type="http://schemas.openxmlformats.org/officeDocument/2006/relationships/tags" Target="../tags/tag58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" Type="http://schemas.openxmlformats.org/officeDocument/2006/relationships/tags" Target="../tags/tag59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01.xml"/><Relationship Id="rId8" Type="http://schemas.openxmlformats.org/officeDocument/2006/relationships/tags" Target="../tags/tag600.xml"/><Relationship Id="rId7" Type="http://schemas.openxmlformats.org/officeDocument/2006/relationships/tags" Target="../tags/tag599.xml"/><Relationship Id="rId6" Type="http://schemas.openxmlformats.org/officeDocument/2006/relationships/tags" Target="../tags/tag598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597.xml"/><Relationship Id="rId27" Type="http://schemas.openxmlformats.org/officeDocument/2006/relationships/slideLayout" Target="../slideLayouts/slideLayout26.xml"/><Relationship Id="rId26" Type="http://schemas.openxmlformats.org/officeDocument/2006/relationships/tags" Target="../tags/tag612.xml"/><Relationship Id="rId25" Type="http://schemas.openxmlformats.org/officeDocument/2006/relationships/tags" Target="../tags/tag611.xml"/><Relationship Id="rId24" Type="http://schemas.openxmlformats.org/officeDocument/2006/relationships/tags" Target="../tags/tag610.xml"/><Relationship Id="rId23" Type="http://schemas.openxmlformats.org/officeDocument/2006/relationships/image" Target="../media/image9.svg"/><Relationship Id="rId22" Type="http://schemas.openxmlformats.org/officeDocument/2006/relationships/image" Target="../media/image8.png"/><Relationship Id="rId21" Type="http://schemas.openxmlformats.org/officeDocument/2006/relationships/tags" Target="../tags/tag609.xml"/><Relationship Id="rId20" Type="http://schemas.openxmlformats.org/officeDocument/2006/relationships/tags" Target="../tags/tag608.xml"/><Relationship Id="rId2" Type="http://schemas.openxmlformats.org/officeDocument/2006/relationships/tags" Target="../tags/tag596.xml"/><Relationship Id="rId19" Type="http://schemas.openxmlformats.org/officeDocument/2006/relationships/tags" Target="../tags/tag607.xml"/><Relationship Id="rId18" Type="http://schemas.openxmlformats.org/officeDocument/2006/relationships/tags" Target="../tags/tag606.xml"/><Relationship Id="rId17" Type="http://schemas.openxmlformats.org/officeDocument/2006/relationships/image" Target="../media/image27.svg"/><Relationship Id="rId16" Type="http://schemas.openxmlformats.org/officeDocument/2006/relationships/image" Target="../media/image26.png"/><Relationship Id="rId15" Type="http://schemas.openxmlformats.org/officeDocument/2006/relationships/tags" Target="../tags/tag605.xml"/><Relationship Id="rId14" Type="http://schemas.openxmlformats.org/officeDocument/2006/relationships/tags" Target="../tags/tag604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image" Target="../media/image25.svg"/><Relationship Id="rId10" Type="http://schemas.openxmlformats.org/officeDocument/2006/relationships/image" Target="../media/image24.png"/><Relationship Id="rId1" Type="http://schemas.openxmlformats.org/officeDocument/2006/relationships/tags" Target="../tags/tag59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20.xml"/><Relationship Id="rId8" Type="http://schemas.openxmlformats.org/officeDocument/2006/relationships/tags" Target="../tags/tag619.xml"/><Relationship Id="rId7" Type="http://schemas.openxmlformats.org/officeDocument/2006/relationships/tags" Target="../tags/tag618.xml"/><Relationship Id="rId6" Type="http://schemas.openxmlformats.org/officeDocument/2006/relationships/tags" Target="../tags/tag617.xml"/><Relationship Id="rId5" Type="http://schemas.openxmlformats.org/officeDocument/2006/relationships/tags" Target="../tags/tag616.xml"/><Relationship Id="rId4" Type="http://schemas.openxmlformats.org/officeDocument/2006/relationships/tags" Target="../tags/tag615.xml"/><Relationship Id="rId3" Type="http://schemas.openxmlformats.org/officeDocument/2006/relationships/image" Target="../media/image28.jpeg"/><Relationship Id="rId2" Type="http://schemas.openxmlformats.org/officeDocument/2006/relationships/tags" Target="../tags/tag614.xml"/><Relationship Id="rId14" Type="http://schemas.openxmlformats.org/officeDocument/2006/relationships/slideLayout" Target="../slideLayouts/slideLayout27.xml"/><Relationship Id="rId13" Type="http://schemas.openxmlformats.org/officeDocument/2006/relationships/tags" Target="../tags/tag624.xml"/><Relationship Id="rId12" Type="http://schemas.openxmlformats.org/officeDocument/2006/relationships/tags" Target="../tags/tag623.xml"/><Relationship Id="rId11" Type="http://schemas.openxmlformats.org/officeDocument/2006/relationships/tags" Target="../tags/tag622.xml"/><Relationship Id="rId10" Type="http://schemas.openxmlformats.org/officeDocument/2006/relationships/tags" Target="../tags/tag621.xml"/><Relationship Id="rId1" Type="http://schemas.openxmlformats.org/officeDocument/2006/relationships/tags" Target="../tags/tag61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image" Target="../media/image29.jpeg"/><Relationship Id="rId2" Type="http://schemas.openxmlformats.org/officeDocument/2006/relationships/tags" Target="../tags/tag626.xml"/><Relationship Id="rId11" Type="http://schemas.openxmlformats.org/officeDocument/2006/relationships/slideLayout" Target="../slideLayouts/slideLayout28.xml"/><Relationship Id="rId10" Type="http://schemas.openxmlformats.org/officeDocument/2006/relationships/tags" Target="../tags/tag633.xml"/><Relationship Id="rId1" Type="http://schemas.openxmlformats.org/officeDocument/2006/relationships/tags" Target="../tags/tag62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36.xml"/><Relationship Id="rId2" Type="http://schemas.openxmlformats.org/officeDocument/2006/relationships/tags" Target="../tags/tag635.xml"/><Relationship Id="rId1" Type="http://schemas.openxmlformats.org/officeDocument/2006/relationships/tags" Target="../tags/tag63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643.xml"/><Relationship Id="rId7" Type="http://schemas.openxmlformats.org/officeDocument/2006/relationships/tags" Target="../tags/tag642.xml"/><Relationship Id="rId6" Type="http://schemas.openxmlformats.org/officeDocument/2006/relationships/tags" Target="../tags/tag641.xml"/><Relationship Id="rId5" Type="http://schemas.openxmlformats.org/officeDocument/2006/relationships/tags" Target="../tags/tag640.xml"/><Relationship Id="rId4" Type="http://schemas.openxmlformats.org/officeDocument/2006/relationships/image" Target="../media/image30.jpeg"/><Relationship Id="rId3" Type="http://schemas.openxmlformats.org/officeDocument/2006/relationships/tags" Target="../tags/tag639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654.xml"/><Relationship Id="rId21" Type="http://schemas.openxmlformats.org/officeDocument/2006/relationships/tags" Target="../tags/tag653.xml"/><Relationship Id="rId20" Type="http://schemas.openxmlformats.org/officeDocument/2006/relationships/tags" Target="../tags/tag652.xml"/><Relationship Id="rId2" Type="http://schemas.openxmlformats.org/officeDocument/2006/relationships/tags" Target="../tags/tag638.xml"/><Relationship Id="rId19" Type="http://schemas.openxmlformats.org/officeDocument/2006/relationships/image" Target="../media/image33.jpeg"/><Relationship Id="rId18" Type="http://schemas.openxmlformats.org/officeDocument/2006/relationships/tags" Target="../tags/tag651.xml"/><Relationship Id="rId17" Type="http://schemas.openxmlformats.org/officeDocument/2006/relationships/tags" Target="../tags/tag650.xml"/><Relationship Id="rId16" Type="http://schemas.openxmlformats.org/officeDocument/2006/relationships/tags" Target="../tags/tag649.xml"/><Relationship Id="rId15" Type="http://schemas.openxmlformats.org/officeDocument/2006/relationships/tags" Target="../tags/tag648.xml"/><Relationship Id="rId14" Type="http://schemas.openxmlformats.org/officeDocument/2006/relationships/image" Target="../media/image32.jpeg"/><Relationship Id="rId13" Type="http://schemas.openxmlformats.org/officeDocument/2006/relationships/tags" Target="../tags/tag647.xml"/><Relationship Id="rId12" Type="http://schemas.openxmlformats.org/officeDocument/2006/relationships/tags" Target="../tags/tag646.xml"/><Relationship Id="rId11" Type="http://schemas.openxmlformats.org/officeDocument/2006/relationships/tags" Target="../tags/tag645.xml"/><Relationship Id="rId10" Type="http://schemas.openxmlformats.org/officeDocument/2006/relationships/tags" Target="../tags/tag644.xml"/><Relationship Id="rId1" Type="http://schemas.openxmlformats.org/officeDocument/2006/relationships/tags" Target="../tags/tag63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" Type="http://schemas.openxmlformats.org/officeDocument/2006/relationships/tags" Target="../tags/tag658.xml"/><Relationship Id="rId4" Type="http://schemas.openxmlformats.org/officeDocument/2006/relationships/image" Target="../media/image30.jpeg"/><Relationship Id="rId3" Type="http://schemas.openxmlformats.org/officeDocument/2006/relationships/tags" Target="../tags/tag657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672.xml"/><Relationship Id="rId21" Type="http://schemas.openxmlformats.org/officeDocument/2006/relationships/tags" Target="../tags/tag671.xml"/><Relationship Id="rId20" Type="http://schemas.openxmlformats.org/officeDocument/2006/relationships/tags" Target="../tags/tag670.xml"/><Relationship Id="rId2" Type="http://schemas.openxmlformats.org/officeDocument/2006/relationships/tags" Target="../tags/tag656.xml"/><Relationship Id="rId19" Type="http://schemas.openxmlformats.org/officeDocument/2006/relationships/image" Target="../media/image33.jpeg"/><Relationship Id="rId18" Type="http://schemas.openxmlformats.org/officeDocument/2006/relationships/tags" Target="../tags/tag669.xml"/><Relationship Id="rId17" Type="http://schemas.openxmlformats.org/officeDocument/2006/relationships/tags" Target="../tags/tag668.xml"/><Relationship Id="rId16" Type="http://schemas.openxmlformats.org/officeDocument/2006/relationships/tags" Target="../tags/tag667.xml"/><Relationship Id="rId15" Type="http://schemas.openxmlformats.org/officeDocument/2006/relationships/tags" Target="../tags/tag666.xml"/><Relationship Id="rId14" Type="http://schemas.openxmlformats.org/officeDocument/2006/relationships/image" Target="../media/image32.jpeg"/><Relationship Id="rId13" Type="http://schemas.openxmlformats.org/officeDocument/2006/relationships/tags" Target="../tags/tag665.xml"/><Relationship Id="rId12" Type="http://schemas.openxmlformats.org/officeDocument/2006/relationships/tags" Target="../tags/tag664.xml"/><Relationship Id="rId11" Type="http://schemas.openxmlformats.org/officeDocument/2006/relationships/tags" Target="../tags/tag663.xml"/><Relationship Id="rId10" Type="http://schemas.openxmlformats.org/officeDocument/2006/relationships/tags" Target="../tags/tag662.xml"/><Relationship Id="rId1" Type="http://schemas.openxmlformats.org/officeDocument/2006/relationships/tags" Target="../tags/tag65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679.xml"/><Relationship Id="rId7" Type="http://schemas.openxmlformats.org/officeDocument/2006/relationships/tags" Target="../tags/tag678.xml"/><Relationship Id="rId6" Type="http://schemas.openxmlformats.org/officeDocument/2006/relationships/tags" Target="../tags/tag677.xml"/><Relationship Id="rId5" Type="http://schemas.openxmlformats.org/officeDocument/2006/relationships/tags" Target="../tags/tag676.xml"/><Relationship Id="rId4" Type="http://schemas.openxmlformats.org/officeDocument/2006/relationships/image" Target="../media/image30.jpeg"/><Relationship Id="rId3" Type="http://schemas.openxmlformats.org/officeDocument/2006/relationships/tags" Target="../tags/tag675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690.xml"/><Relationship Id="rId21" Type="http://schemas.openxmlformats.org/officeDocument/2006/relationships/tags" Target="../tags/tag689.xml"/><Relationship Id="rId20" Type="http://schemas.openxmlformats.org/officeDocument/2006/relationships/tags" Target="../tags/tag688.xml"/><Relationship Id="rId2" Type="http://schemas.openxmlformats.org/officeDocument/2006/relationships/tags" Target="../tags/tag674.xml"/><Relationship Id="rId19" Type="http://schemas.openxmlformats.org/officeDocument/2006/relationships/image" Target="../media/image33.jpeg"/><Relationship Id="rId18" Type="http://schemas.openxmlformats.org/officeDocument/2006/relationships/tags" Target="../tags/tag687.xml"/><Relationship Id="rId17" Type="http://schemas.openxmlformats.org/officeDocument/2006/relationships/tags" Target="../tags/tag686.xml"/><Relationship Id="rId16" Type="http://schemas.openxmlformats.org/officeDocument/2006/relationships/tags" Target="../tags/tag685.xml"/><Relationship Id="rId15" Type="http://schemas.openxmlformats.org/officeDocument/2006/relationships/tags" Target="../tags/tag684.xml"/><Relationship Id="rId14" Type="http://schemas.openxmlformats.org/officeDocument/2006/relationships/image" Target="../media/image32.jpeg"/><Relationship Id="rId13" Type="http://schemas.openxmlformats.org/officeDocument/2006/relationships/tags" Target="../tags/tag683.xml"/><Relationship Id="rId12" Type="http://schemas.openxmlformats.org/officeDocument/2006/relationships/tags" Target="../tags/tag682.xml"/><Relationship Id="rId11" Type="http://schemas.openxmlformats.org/officeDocument/2006/relationships/tags" Target="../tags/tag681.xml"/><Relationship Id="rId10" Type="http://schemas.openxmlformats.org/officeDocument/2006/relationships/tags" Target="../tags/tag680.xml"/><Relationship Id="rId1" Type="http://schemas.openxmlformats.org/officeDocument/2006/relationships/tags" Target="../tags/tag673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697.xml"/><Relationship Id="rId7" Type="http://schemas.openxmlformats.org/officeDocument/2006/relationships/tags" Target="../tags/tag696.xml"/><Relationship Id="rId6" Type="http://schemas.openxmlformats.org/officeDocument/2006/relationships/tags" Target="../tags/tag695.xml"/><Relationship Id="rId5" Type="http://schemas.openxmlformats.org/officeDocument/2006/relationships/tags" Target="../tags/tag694.xml"/><Relationship Id="rId4" Type="http://schemas.openxmlformats.org/officeDocument/2006/relationships/image" Target="../media/image30.jpeg"/><Relationship Id="rId3" Type="http://schemas.openxmlformats.org/officeDocument/2006/relationships/tags" Target="../tags/tag693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708.xml"/><Relationship Id="rId21" Type="http://schemas.openxmlformats.org/officeDocument/2006/relationships/tags" Target="../tags/tag707.xml"/><Relationship Id="rId20" Type="http://schemas.openxmlformats.org/officeDocument/2006/relationships/tags" Target="../tags/tag706.xml"/><Relationship Id="rId2" Type="http://schemas.openxmlformats.org/officeDocument/2006/relationships/tags" Target="../tags/tag692.xml"/><Relationship Id="rId19" Type="http://schemas.openxmlformats.org/officeDocument/2006/relationships/image" Target="../media/image33.jpeg"/><Relationship Id="rId18" Type="http://schemas.openxmlformats.org/officeDocument/2006/relationships/tags" Target="../tags/tag705.xml"/><Relationship Id="rId17" Type="http://schemas.openxmlformats.org/officeDocument/2006/relationships/tags" Target="../tags/tag704.xml"/><Relationship Id="rId16" Type="http://schemas.openxmlformats.org/officeDocument/2006/relationships/tags" Target="../tags/tag703.xml"/><Relationship Id="rId15" Type="http://schemas.openxmlformats.org/officeDocument/2006/relationships/tags" Target="../tags/tag702.xml"/><Relationship Id="rId14" Type="http://schemas.openxmlformats.org/officeDocument/2006/relationships/image" Target="../media/image32.jpeg"/><Relationship Id="rId13" Type="http://schemas.openxmlformats.org/officeDocument/2006/relationships/tags" Target="../tags/tag701.xml"/><Relationship Id="rId12" Type="http://schemas.openxmlformats.org/officeDocument/2006/relationships/tags" Target="../tags/tag700.xml"/><Relationship Id="rId11" Type="http://schemas.openxmlformats.org/officeDocument/2006/relationships/tags" Target="../tags/tag699.xml"/><Relationship Id="rId10" Type="http://schemas.openxmlformats.org/officeDocument/2006/relationships/tags" Target="../tags/tag698.xml"/><Relationship Id="rId1" Type="http://schemas.openxmlformats.org/officeDocument/2006/relationships/tags" Target="../tags/tag69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715.xml"/><Relationship Id="rId7" Type="http://schemas.openxmlformats.org/officeDocument/2006/relationships/tags" Target="../tags/tag714.xml"/><Relationship Id="rId6" Type="http://schemas.openxmlformats.org/officeDocument/2006/relationships/tags" Target="../tags/tag713.xml"/><Relationship Id="rId5" Type="http://schemas.openxmlformats.org/officeDocument/2006/relationships/tags" Target="../tags/tag712.xml"/><Relationship Id="rId4" Type="http://schemas.openxmlformats.org/officeDocument/2006/relationships/image" Target="../media/image30.jpeg"/><Relationship Id="rId3" Type="http://schemas.openxmlformats.org/officeDocument/2006/relationships/tags" Target="../tags/tag711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726.xml"/><Relationship Id="rId21" Type="http://schemas.openxmlformats.org/officeDocument/2006/relationships/tags" Target="../tags/tag725.xml"/><Relationship Id="rId20" Type="http://schemas.openxmlformats.org/officeDocument/2006/relationships/tags" Target="../tags/tag724.xml"/><Relationship Id="rId2" Type="http://schemas.openxmlformats.org/officeDocument/2006/relationships/tags" Target="../tags/tag710.xml"/><Relationship Id="rId19" Type="http://schemas.openxmlformats.org/officeDocument/2006/relationships/image" Target="../media/image33.jpeg"/><Relationship Id="rId18" Type="http://schemas.openxmlformats.org/officeDocument/2006/relationships/tags" Target="../tags/tag723.xml"/><Relationship Id="rId17" Type="http://schemas.openxmlformats.org/officeDocument/2006/relationships/tags" Target="../tags/tag722.xml"/><Relationship Id="rId16" Type="http://schemas.openxmlformats.org/officeDocument/2006/relationships/tags" Target="../tags/tag721.xml"/><Relationship Id="rId15" Type="http://schemas.openxmlformats.org/officeDocument/2006/relationships/tags" Target="../tags/tag720.xml"/><Relationship Id="rId14" Type="http://schemas.openxmlformats.org/officeDocument/2006/relationships/image" Target="../media/image32.jpeg"/><Relationship Id="rId13" Type="http://schemas.openxmlformats.org/officeDocument/2006/relationships/tags" Target="../tags/tag719.xml"/><Relationship Id="rId12" Type="http://schemas.openxmlformats.org/officeDocument/2006/relationships/tags" Target="../tags/tag718.xml"/><Relationship Id="rId11" Type="http://schemas.openxmlformats.org/officeDocument/2006/relationships/tags" Target="../tags/tag717.xml"/><Relationship Id="rId10" Type="http://schemas.openxmlformats.org/officeDocument/2006/relationships/tags" Target="../tags/tag716.xml"/><Relationship Id="rId1" Type="http://schemas.openxmlformats.org/officeDocument/2006/relationships/tags" Target="../tags/tag70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733.xml"/><Relationship Id="rId7" Type="http://schemas.openxmlformats.org/officeDocument/2006/relationships/tags" Target="../tags/tag732.xml"/><Relationship Id="rId6" Type="http://schemas.openxmlformats.org/officeDocument/2006/relationships/tags" Target="../tags/tag731.xml"/><Relationship Id="rId5" Type="http://schemas.openxmlformats.org/officeDocument/2006/relationships/tags" Target="../tags/tag730.xml"/><Relationship Id="rId4" Type="http://schemas.openxmlformats.org/officeDocument/2006/relationships/image" Target="../media/image30.jpeg"/><Relationship Id="rId3" Type="http://schemas.openxmlformats.org/officeDocument/2006/relationships/tags" Target="../tags/tag729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744.xml"/><Relationship Id="rId21" Type="http://schemas.openxmlformats.org/officeDocument/2006/relationships/tags" Target="../tags/tag743.xml"/><Relationship Id="rId20" Type="http://schemas.openxmlformats.org/officeDocument/2006/relationships/tags" Target="../tags/tag742.xml"/><Relationship Id="rId2" Type="http://schemas.openxmlformats.org/officeDocument/2006/relationships/tags" Target="../tags/tag728.xml"/><Relationship Id="rId19" Type="http://schemas.openxmlformats.org/officeDocument/2006/relationships/image" Target="../media/image33.jpeg"/><Relationship Id="rId18" Type="http://schemas.openxmlformats.org/officeDocument/2006/relationships/tags" Target="../tags/tag741.xml"/><Relationship Id="rId17" Type="http://schemas.openxmlformats.org/officeDocument/2006/relationships/tags" Target="../tags/tag740.xml"/><Relationship Id="rId16" Type="http://schemas.openxmlformats.org/officeDocument/2006/relationships/tags" Target="../tags/tag739.xml"/><Relationship Id="rId15" Type="http://schemas.openxmlformats.org/officeDocument/2006/relationships/tags" Target="../tags/tag738.xml"/><Relationship Id="rId14" Type="http://schemas.openxmlformats.org/officeDocument/2006/relationships/image" Target="../media/image32.jpeg"/><Relationship Id="rId13" Type="http://schemas.openxmlformats.org/officeDocument/2006/relationships/tags" Target="../tags/tag737.xml"/><Relationship Id="rId12" Type="http://schemas.openxmlformats.org/officeDocument/2006/relationships/tags" Target="../tags/tag736.xml"/><Relationship Id="rId11" Type="http://schemas.openxmlformats.org/officeDocument/2006/relationships/tags" Target="../tags/tag735.xml"/><Relationship Id="rId10" Type="http://schemas.openxmlformats.org/officeDocument/2006/relationships/tags" Target="../tags/tag734.xml"/><Relationship Id="rId1" Type="http://schemas.openxmlformats.org/officeDocument/2006/relationships/tags" Target="../tags/tag727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751.xml"/><Relationship Id="rId7" Type="http://schemas.openxmlformats.org/officeDocument/2006/relationships/tags" Target="../tags/tag750.xml"/><Relationship Id="rId6" Type="http://schemas.openxmlformats.org/officeDocument/2006/relationships/tags" Target="../tags/tag749.xml"/><Relationship Id="rId5" Type="http://schemas.openxmlformats.org/officeDocument/2006/relationships/tags" Target="../tags/tag748.xml"/><Relationship Id="rId4" Type="http://schemas.openxmlformats.org/officeDocument/2006/relationships/image" Target="../media/image30.jpeg"/><Relationship Id="rId3" Type="http://schemas.openxmlformats.org/officeDocument/2006/relationships/tags" Target="../tags/tag747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762.xml"/><Relationship Id="rId21" Type="http://schemas.openxmlformats.org/officeDocument/2006/relationships/tags" Target="../tags/tag761.xml"/><Relationship Id="rId20" Type="http://schemas.openxmlformats.org/officeDocument/2006/relationships/tags" Target="../tags/tag760.xml"/><Relationship Id="rId2" Type="http://schemas.openxmlformats.org/officeDocument/2006/relationships/tags" Target="../tags/tag746.xml"/><Relationship Id="rId19" Type="http://schemas.openxmlformats.org/officeDocument/2006/relationships/image" Target="../media/image33.jpeg"/><Relationship Id="rId18" Type="http://schemas.openxmlformats.org/officeDocument/2006/relationships/tags" Target="../tags/tag759.xml"/><Relationship Id="rId17" Type="http://schemas.openxmlformats.org/officeDocument/2006/relationships/tags" Target="../tags/tag758.xml"/><Relationship Id="rId16" Type="http://schemas.openxmlformats.org/officeDocument/2006/relationships/tags" Target="../tags/tag757.xml"/><Relationship Id="rId15" Type="http://schemas.openxmlformats.org/officeDocument/2006/relationships/tags" Target="../tags/tag756.xml"/><Relationship Id="rId14" Type="http://schemas.openxmlformats.org/officeDocument/2006/relationships/image" Target="../media/image32.jpeg"/><Relationship Id="rId13" Type="http://schemas.openxmlformats.org/officeDocument/2006/relationships/tags" Target="../tags/tag755.xml"/><Relationship Id="rId12" Type="http://schemas.openxmlformats.org/officeDocument/2006/relationships/tags" Target="../tags/tag754.xml"/><Relationship Id="rId11" Type="http://schemas.openxmlformats.org/officeDocument/2006/relationships/tags" Target="../tags/tag753.xml"/><Relationship Id="rId10" Type="http://schemas.openxmlformats.org/officeDocument/2006/relationships/tags" Target="../tags/tag752.xml"/><Relationship Id="rId1" Type="http://schemas.openxmlformats.org/officeDocument/2006/relationships/tags" Target="../tags/tag745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769.xml"/><Relationship Id="rId7" Type="http://schemas.openxmlformats.org/officeDocument/2006/relationships/tags" Target="../tags/tag768.xml"/><Relationship Id="rId6" Type="http://schemas.openxmlformats.org/officeDocument/2006/relationships/tags" Target="../tags/tag767.xml"/><Relationship Id="rId5" Type="http://schemas.openxmlformats.org/officeDocument/2006/relationships/tags" Target="../tags/tag766.xml"/><Relationship Id="rId4" Type="http://schemas.openxmlformats.org/officeDocument/2006/relationships/image" Target="../media/image30.jpeg"/><Relationship Id="rId3" Type="http://schemas.openxmlformats.org/officeDocument/2006/relationships/tags" Target="../tags/tag765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780.xml"/><Relationship Id="rId21" Type="http://schemas.openxmlformats.org/officeDocument/2006/relationships/tags" Target="../tags/tag779.xml"/><Relationship Id="rId20" Type="http://schemas.openxmlformats.org/officeDocument/2006/relationships/tags" Target="../tags/tag778.xml"/><Relationship Id="rId2" Type="http://schemas.openxmlformats.org/officeDocument/2006/relationships/tags" Target="../tags/tag764.xml"/><Relationship Id="rId19" Type="http://schemas.openxmlformats.org/officeDocument/2006/relationships/image" Target="../media/image33.jpeg"/><Relationship Id="rId18" Type="http://schemas.openxmlformats.org/officeDocument/2006/relationships/tags" Target="../tags/tag777.xml"/><Relationship Id="rId17" Type="http://schemas.openxmlformats.org/officeDocument/2006/relationships/tags" Target="../tags/tag776.xml"/><Relationship Id="rId16" Type="http://schemas.openxmlformats.org/officeDocument/2006/relationships/tags" Target="../tags/tag775.xml"/><Relationship Id="rId15" Type="http://schemas.openxmlformats.org/officeDocument/2006/relationships/tags" Target="../tags/tag774.xml"/><Relationship Id="rId14" Type="http://schemas.openxmlformats.org/officeDocument/2006/relationships/image" Target="../media/image32.jpeg"/><Relationship Id="rId13" Type="http://schemas.openxmlformats.org/officeDocument/2006/relationships/tags" Target="../tags/tag773.xml"/><Relationship Id="rId12" Type="http://schemas.openxmlformats.org/officeDocument/2006/relationships/tags" Target="../tags/tag772.xml"/><Relationship Id="rId11" Type="http://schemas.openxmlformats.org/officeDocument/2006/relationships/tags" Target="../tags/tag771.xml"/><Relationship Id="rId10" Type="http://schemas.openxmlformats.org/officeDocument/2006/relationships/tags" Target="../tags/tag770.xml"/><Relationship Id="rId1" Type="http://schemas.openxmlformats.org/officeDocument/2006/relationships/tags" Target="../tags/tag763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787.xml"/><Relationship Id="rId7" Type="http://schemas.openxmlformats.org/officeDocument/2006/relationships/tags" Target="../tags/tag786.xml"/><Relationship Id="rId6" Type="http://schemas.openxmlformats.org/officeDocument/2006/relationships/tags" Target="../tags/tag785.xml"/><Relationship Id="rId5" Type="http://schemas.openxmlformats.org/officeDocument/2006/relationships/tags" Target="../tags/tag784.xml"/><Relationship Id="rId4" Type="http://schemas.openxmlformats.org/officeDocument/2006/relationships/image" Target="../media/image30.jpeg"/><Relationship Id="rId3" Type="http://schemas.openxmlformats.org/officeDocument/2006/relationships/tags" Target="../tags/tag783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798.xml"/><Relationship Id="rId21" Type="http://schemas.openxmlformats.org/officeDocument/2006/relationships/tags" Target="../tags/tag797.xml"/><Relationship Id="rId20" Type="http://schemas.openxmlformats.org/officeDocument/2006/relationships/tags" Target="../tags/tag796.xml"/><Relationship Id="rId2" Type="http://schemas.openxmlformats.org/officeDocument/2006/relationships/tags" Target="../tags/tag782.xml"/><Relationship Id="rId19" Type="http://schemas.openxmlformats.org/officeDocument/2006/relationships/image" Target="../media/image33.jpeg"/><Relationship Id="rId18" Type="http://schemas.openxmlformats.org/officeDocument/2006/relationships/tags" Target="../tags/tag795.xml"/><Relationship Id="rId17" Type="http://schemas.openxmlformats.org/officeDocument/2006/relationships/tags" Target="../tags/tag794.xml"/><Relationship Id="rId16" Type="http://schemas.openxmlformats.org/officeDocument/2006/relationships/tags" Target="../tags/tag793.xml"/><Relationship Id="rId15" Type="http://schemas.openxmlformats.org/officeDocument/2006/relationships/tags" Target="../tags/tag792.xml"/><Relationship Id="rId14" Type="http://schemas.openxmlformats.org/officeDocument/2006/relationships/image" Target="../media/image32.jpeg"/><Relationship Id="rId13" Type="http://schemas.openxmlformats.org/officeDocument/2006/relationships/tags" Target="../tags/tag791.xml"/><Relationship Id="rId12" Type="http://schemas.openxmlformats.org/officeDocument/2006/relationships/tags" Target="../tags/tag790.xml"/><Relationship Id="rId11" Type="http://schemas.openxmlformats.org/officeDocument/2006/relationships/tags" Target="../tags/tag789.xml"/><Relationship Id="rId10" Type="http://schemas.openxmlformats.org/officeDocument/2006/relationships/tags" Target="../tags/tag788.xml"/><Relationship Id="rId1" Type="http://schemas.openxmlformats.org/officeDocument/2006/relationships/tags" Target="../tags/tag78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805.xml"/><Relationship Id="rId7" Type="http://schemas.openxmlformats.org/officeDocument/2006/relationships/tags" Target="../tags/tag804.xml"/><Relationship Id="rId6" Type="http://schemas.openxmlformats.org/officeDocument/2006/relationships/tags" Target="../tags/tag803.xml"/><Relationship Id="rId5" Type="http://schemas.openxmlformats.org/officeDocument/2006/relationships/tags" Target="../tags/tag802.xml"/><Relationship Id="rId4" Type="http://schemas.openxmlformats.org/officeDocument/2006/relationships/image" Target="../media/image30.jpeg"/><Relationship Id="rId3" Type="http://schemas.openxmlformats.org/officeDocument/2006/relationships/tags" Target="../tags/tag801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816.xml"/><Relationship Id="rId21" Type="http://schemas.openxmlformats.org/officeDocument/2006/relationships/tags" Target="../tags/tag815.xml"/><Relationship Id="rId20" Type="http://schemas.openxmlformats.org/officeDocument/2006/relationships/tags" Target="../tags/tag814.xml"/><Relationship Id="rId2" Type="http://schemas.openxmlformats.org/officeDocument/2006/relationships/tags" Target="../tags/tag800.xml"/><Relationship Id="rId19" Type="http://schemas.openxmlformats.org/officeDocument/2006/relationships/image" Target="../media/image33.jpeg"/><Relationship Id="rId18" Type="http://schemas.openxmlformats.org/officeDocument/2006/relationships/tags" Target="../tags/tag813.xml"/><Relationship Id="rId17" Type="http://schemas.openxmlformats.org/officeDocument/2006/relationships/tags" Target="../tags/tag812.xml"/><Relationship Id="rId16" Type="http://schemas.openxmlformats.org/officeDocument/2006/relationships/tags" Target="../tags/tag811.xml"/><Relationship Id="rId15" Type="http://schemas.openxmlformats.org/officeDocument/2006/relationships/tags" Target="../tags/tag810.xml"/><Relationship Id="rId14" Type="http://schemas.openxmlformats.org/officeDocument/2006/relationships/image" Target="../media/image32.jpeg"/><Relationship Id="rId13" Type="http://schemas.openxmlformats.org/officeDocument/2006/relationships/tags" Target="../tags/tag809.xml"/><Relationship Id="rId12" Type="http://schemas.openxmlformats.org/officeDocument/2006/relationships/tags" Target="../tags/tag808.xml"/><Relationship Id="rId11" Type="http://schemas.openxmlformats.org/officeDocument/2006/relationships/tags" Target="../tags/tag807.xml"/><Relationship Id="rId10" Type="http://schemas.openxmlformats.org/officeDocument/2006/relationships/tags" Target="../tags/tag806.xml"/><Relationship Id="rId1" Type="http://schemas.openxmlformats.org/officeDocument/2006/relationships/tags" Target="../tags/tag799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823.xml"/><Relationship Id="rId7" Type="http://schemas.openxmlformats.org/officeDocument/2006/relationships/tags" Target="../tags/tag822.xml"/><Relationship Id="rId6" Type="http://schemas.openxmlformats.org/officeDocument/2006/relationships/tags" Target="../tags/tag821.xml"/><Relationship Id="rId5" Type="http://schemas.openxmlformats.org/officeDocument/2006/relationships/tags" Target="../tags/tag820.xml"/><Relationship Id="rId4" Type="http://schemas.openxmlformats.org/officeDocument/2006/relationships/image" Target="../media/image30.jpeg"/><Relationship Id="rId3" Type="http://schemas.openxmlformats.org/officeDocument/2006/relationships/tags" Target="../tags/tag819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834.xml"/><Relationship Id="rId21" Type="http://schemas.openxmlformats.org/officeDocument/2006/relationships/tags" Target="../tags/tag833.xml"/><Relationship Id="rId20" Type="http://schemas.openxmlformats.org/officeDocument/2006/relationships/tags" Target="../tags/tag832.xml"/><Relationship Id="rId2" Type="http://schemas.openxmlformats.org/officeDocument/2006/relationships/tags" Target="../tags/tag818.xml"/><Relationship Id="rId19" Type="http://schemas.openxmlformats.org/officeDocument/2006/relationships/image" Target="../media/image33.jpeg"/><Relationship Id="rId18" Type="http://schemas.openxmlformats.org/officeDocument/2006/relationships/tags" Target="../tags/tag831.xml"/><Relationship Id="rId17" Type="http://schemas.openxmlformats.org/officeDocument/2006/relationships/tags" Target="../tags/tag830.xml"/><Relationship Id="rId16" Type="http://schemas.openxmlformats.org/officeDocument/2006/relationships/tags" Target="../tags/tag829.xml"/><Relationship Id="rId15" Type="http://schemas.openxmlformats.org/officeDocument/2006/relationships/tags" Target="../tags/tag828.xml"/><Relationship Id="rId14" Type="http://schemas.openxmlformats.org/officeDocument/2006/relationships/image" Target="../media/image32.jpeg"/><Relationship Id="rId13" Type="http://schemas.openxmlformats.org/officeDocument/2006/relationships/tags" Target="../tags/tag827.xml"/><Relationship Id="rId12" Type="http://schemas.openxmlformats.org/officeDocument/2006/relationships/tags" Target="../tags/tag826.xml"/><Relationship Id="rId11" Type="http://schemas.openxmlformats.org/officeDocument/2006/relationships/tags" Target="../tags/tag825.xml"/><Relationship Id="rId10" Type="http://schemas.openxmlformats.org/officeDocument/2006/relationships/tags" Target="../tags/tag824.xml"/><Relationship Id="rId1" Type="http://schemas.openxmlformats.org/officeDocument/2006/relationships/tags" Target="../tags/tag817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841.xml"/><Relationship Id="rId7" Type="http://schemas.openxmlformats.org/officeDocument/2006/relationships/tags" Target="../tags/tag840.xml"/><Relationship Id="rId6" Type="http://schemas.openxmlformats.org/officeDocument/2006/relationships/tags" Target="../tags/tag839.xml"/><Relationship Id="rId5" Type="http://schemas.openxmlformats.org/officeDocument/2006/relationships/tags" Target="../tags/tag838.xml"/><Relationship Id="rId4" Type="http://schemas.openxmlformats.org/officeDocument/2006/relationships/image" Target="../media/image10.jpeg"/><Relationship Id="rId3" Type="http://schemas.openxmlformats.org/officeDocument/2006/relationships/tags" Target="../tags/tag837.xml"/><Relationship Id="rId2" Type="http://schemas.openxmlformats.org/officeDocument/2006/relationships/tags" Target="../tags/tag836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848.xml"/><Relationship Id="rId16" Type="http://schemas.openxmlformats.org/officeDocument/2006/relationships/tags" Target="../tags/tag847.xml"/><Relationship Id="rId15" Type="http://schemas.openxmlformats.org/officeDocument/2006/relationships/tags" Target="../tags/tag846.xml"/><Relationship Id="rId14" Type="http://schemas.openxmlformats.org/officeDocument/2006/relationships/image" Target="../media/image12.jpeg"/><Relationship Id="rId13" Type="http://schemas.openxmlformats.org/officeDocument/2006/relationships/tags" Target="../tags/tag845.xml"/><Relationship Id="rId12" Type="http://schemas.openxmlformats.org/officeDocument/2006/relationships/tags" Target="../tags/tag844.xml"/><Relationship Id="rId11" Type="http://schemas.openxmlformats.org/officeDocument/2006/relationships/tags" Target="../tags/tag843.xml"/><Relationship Id="rId10" Type="http://schemas.openxmlformats.org/officeDocument/2006/relationships/tags" Target="../tags/tag842.xml"/><Relationship Id="rId1" Type="http://schemas.openxmlformats.org/officeDocument/2006/relationships/tags" Target="../tags/tag835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5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tags" Target="../tags/tag850.xml"/><Relationship Id="rId1" Type="http://schemas.openxmlformats.org/officeDocument/2006/relationships/tags" Target="../tags/tag849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54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tags" Target="../tags/tag853.xml"/><Relationship Id="rId1" Type="http://schemas.openxmlformats.org/officeDocument/2006/relationships/tags" Target="../tags/tag8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2025/09/03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亚马逊数据分析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汇报人: WPS_1601618498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4070350" y="1295400"/>
            <a:ext cx="7258050" cy="4267200"/>
            <a:chOff x="6410" y="2040"/>
            <a:chExt cx="11430" cy="672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亚马逊数据分析概述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亚马逊数据分析工具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数据分析在亚马逊业务中的应用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数据分析对亚马逊决策的影响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亚马逊的数据处理与保护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20" name="装饰  8"/>
          <p:cNvSpPr>
            <a:spLocks noGrp="1"/>
          </p:cNvSpPr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亚马逊数据分析的未来趋势</a:t>
            </a:r>
            <a:endParaRPr lang="zh-CN" altLang="en-US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亚马逊数据分析概述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数据分析的重要性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648200" y="5080000"/>
            <a:ext cx="6934200" cy="1168400"/>
            <a:chOff x="7320" y="8000"/>
            <a:chExt cx="10920" cy="1840"/>
          </a:xfrm>
        </p:grpSpPr>
      </p:grpSp>
      <p:pic>
        <p:nvPicPr>
          <p:cNvPr id="14" name="内容占位符 13" descr="ab6047ca-eda2-4148-908d-cb214a7e55c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286"/>
          <a:stretch>
            <a:fillRect/>
          </a:stretch>
        </p:blipFill>
        <p:spPr>
          <a:xfrm>
            <a:off x="609600" y="609600"/>
            <a:ext cx="10972800" cy="3860800"/>
          </a:xfrm>
          <a:custGeom>
            <a:avLst/>
            <a:gdLst>
              <a:gd name="connisteX0" fmla="*/ 0 w 10972800"/>
              <a:gd name="connsiteY0" fmla="*/ 203200 h 3860800"/>
              <a:gd name="connisteX1" fmla="*/ 203200 w 10972800"/>
              <a:gd name="connsiteY1" fmla="*/ 0 h 3860800"/>
              <a:gd name="connisteX2" fmla="*/ 10769600 w 10972800"/>
              <a:gd name="connsiteY2" fmla="*/ 0 h 3860800"/>
              <a:gd name="connisteX3" fmla="*/ 10972800 w 10972800"/>
              <a:gd name="connsiteY3" fmla="*/ 203200 h 3860800"/>
              <a:gd name="connisteX4" fmla="*/ 10972800 w 10972800"/>
              <a:gd name="connsiteY4" fmla="*/ 3657600 h 3860800"/>
              <a:gd name="connisteX5" fmla="*/ 10769600 w 10972800"/>
              <a:gd name="connsiteY5" fmla="*/ 3860800 h 3860800"/>
              <a:gd name="connisteX6" fmla="*/ 203200 w 10972800"/>
              <a:gd name="connsiteY6" fmla="*/ 3860800 h 3860800"/>
              <a:gd name="connisteX7" fmla="*/ 0 w 10972800"/>
              <a:gd name="connsiteY7" fmla="*/ 3657600 h 3860800"/>
              <a:gd name="connisteX8" fmla="*/ 0 w 10972800"/>
              <a:gd name="connsiteY8" fmla="*/ 203200 h 386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86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657600"/>
                </a:lnTo>
                <a:cubicBezTo>
                  <a:pt x="10972800" y="3769824"/>
                  <a:pt x="10881824" y="3860800"/>
                  <a:pt x="10769600" y="3860800"/>
                </a:cubicBezTo>
                <a:lnTo>
                  <a:pt x="203200" y="3860800"/>
                </a:lnTo>
                <a:cubicBezTo>
                  <a:pt x="90976" y="3860800"/>
                  <a:pt x="0" y="3769824"/>
                  <a:pt x="0" y="3657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驱动业务决策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通过分析数据，亚马逊能够优化库存管理，预测市场趋势，从而做出更明智的商业决策。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提升用户体验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亚马逊利用数据分析了解顾客行为，个性化推荐商品，提高顾客满意度和忠诚度。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优化运营效率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数据分析帮助亚马逊识别物流瓶颈，改进配送流程，降低成本，提高运营效率。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数据分析在亚马逊的角色</a:t>
            </a:r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 descr="base\assets\7"/>
          <p:cNvPicPr>
            <a:picLocks noChangeAspect="1"/>
          </p:cNvPicPr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880" y="23037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优化库存管理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通过数据分析，亚马逊能够预测产品需求，优化库存水平，减少积压和缺货情况。</a:t>
            </a:r>
            <a:endParaRPr lang="zh-CN" altLang="en-US" sz="1100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base\assets\2"/>
          <p:cNvPicPr>
            <a:picLocks noChangeAspect="1"/>
          </p:cNvPicPr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37680" y="23037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亚马逊利用数据分析技术，为用户提供个性化商品推荐，提升用户体验和销售转化率。</a:t>
            </a:r>
            <a:endParaRPr lang="zh-CN" altLang="en-US" sz="1100"/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base\assets\3"/>
          <p:cNvPicPr>
            <a:picLocks noChangeAspect="1"/>
          </p:cNvPicPr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98880" y="48183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价格动态调整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数据分析帮助亚马逊实时监控市场和竞争对手价格，动态调整自身产品价格，保持竞争力。</a:t>
            </a:r>
            <a:endParaRPr lang="zh-CN" altLang="en-US"/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base\assets\10"/>
          <p:cNvPicPr>
            <a:picLocks noChangeAspect="1"/>
          </p:cNvPicPr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37680" y="4818380"/>
            <a:ext cx="650240" cy="65024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/>
          <a:p>
            <a:r>
              <a:rPr lang="zh-CN" altLang="en-US"/>
              <a:t>市场趋势预测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亚马逊通过分析历史销售数据和市场趋势，预测未来市场动向，指导产品开发和营销策略。</a:t>
            </a:r>
            <a:endParaRPr lang="zh-CN" altLang="en-US"/>
          </a:p>
        </p:txBody>
      </p:sp>
    </p:spTree>
    <p:custDataLst>
      <p:tags r:id="rId3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亚马逊数据分析工具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数据收集工具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60f410ed-844f-43f2-9eef-06ab822bc90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713" b="5073"/>
          <a:stretch>
            <a:fillRect/>
          </a:stretch>
        </p:blipFill>
        <p:spPr>
          <a:xfrm>
            <a:off x="609600" y="15240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使用Helium 10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Helium 10提供关键词追踪、产品研究等功能，帮助卖家收集亚马逊市场数据。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7186372e-6f2a-4fe0-a781-d6acee60fc97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b="6786"/>
          <a:stretch>
            <a:fillRect/>
          </a:stretch>
        </p:blipFill>
        <p:spPr>
          <a:xfrm>
            <a:off x="8026400" y="3149600"/>
            <a:ext cx="3556000" cy="1473200"/>
          </a:xfrm>
          <a:custGeom>
            <a:avLst/>
            <a:gdLst>
              <a:gd name="connisteX0" fmla="*/ 0 w 3556000"/>
              <a:gd name="connsiteY0" fmla="*/ 0 h 1473200"/>
              <a:gd name="connisteX1" fmla="*/ 3352800 w 3556000"/>
              <a:gd name="connsiteY1" fmla="*/ 0 h 1473200"/>
              <a:gd name="connisteX2" fmla="*/ 3556000 w 3556000"/>
              <a:gd name="connsiteY2" fmla="*/ 203200 h 1473200"/>
              <a:gd name="connisteX3" fmla="*/ 3556000 w 3556000"/>
              <a:gd name="connsiteY3" fmla="*/ 1270000 h 1473200"/>
              <a:gd name="connisteX4" fmla="*/ 3352800 w 3556000"/>
              <a:gd name="connsiteY4" fmla="*/ 1473200 h 1473200"/>
              <a:gd name="connisteX5" fmla="*/ 0 w 3556000"/>
              <a:gd name="connsiteY5" fmla="*/ 1473200 h 1473200"/>
              <a:gd name="connisteX6" fmla="*/ 0 w 3556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270000"/>
                </a:lnTo>
                <a:cubicBezTo>
                  <a:pt x="3556000" y="1382224"/>
                  <a:pt x="3465024" y="1473200"/>
                  <a:pt x="3352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借助Jungle Scout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Jungle Scout的市场分析工具能收集销售数据，为亚马逊卖家提供产品趋势和销量预测。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7" name="图片占位符 26" descr="5e3d3038-f192-442c-85c5-b139612d020f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737" b="6049"/>
          <a:stretch>
            <a:fillRect/>
          </a:stretch>
        </p:blipFill>
        <p:spPr>
          <a:xfrm>
            <a:off x="609600" y="47752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利用AMZScout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AMZScout提供实时数据监控，帮助卖家分析竞争对手和市场动态，优化产品列表。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数据处理工具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 descr="base\assets\1"/>
          <p:cNvPicPr>
            <a:picLocks noChangeAspect="1"/>
          </p:cNvPicPr>
          <p:nvPr>
            <p:ph type="pic" idx="16390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019300"/>
            <a:ext cx="1219200" cy="12192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数据清洗工具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使用如Trifacta Wrangler等工具对数据进行清洗，去除不一致和错误的数据，确保分析准确性。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base\assets\2"/>
          <p:cNvPicPr>
            <a:picLocks noChangeAspect="1"/>
          </p:cNvPicPr>
          <p:nvPr>
            <p:ph type="pic" idx="16392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4533900"/>
            <a:ext cx="1219200" cy="12192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数据可视化工具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利用Tableau或Power BI等工具将数据转化为直观图表，帮助分析亚马逊市场趋势和消费者行为。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数据可视化工具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9600" y="4826000"/>
            <a:ext cx="10972800" cy="1422400"/>
            <a:chOff x="960" y="7600"/>
            <a:chExt cx="17280" cy="2240"/>
          </a:xfrm>
        </p:grpSpPr>
      </p:grpSp>
      <p:pic>
        <p:nvPicPr>
          <p:cNvPr id="17" name="内容占位符 16" descr="20817df5-2260-47ca-a98f-b744f086f5d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r="1937"/>
          <a:stretch>
            <a:fillRect/>
          </a:stretch>
        </p:blipFill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Tableau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Tableau是亚马逊数据分析中常用的可视化工具，它能将复杂数据转化为直观图表。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Power BI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Power BI提供强大的数据可视化功能，帮助亚马逊用户洞察销售趋势和客户行为。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Google Data Studio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Google Data Studio允许用户整合亚马逊数据，创建交互式报告和仪表板。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数据分析在亚马逊业务中的应用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1" name="图片占位符 30" descr="simple_default_01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17672" r="17672"/>
          <a:stretch>
            <a:fillRect/>
          </a:stretch>
        </p:blipFill>
        <p:spPr>
          <a:xfrm>
            <a:off x="34036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利用用户历史数据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000"/>
              <a:t>亚马逊通过分析用户的购买历史和浏览行为，提供个性化商品推荐。</a:t>
            </a:r>
            <a:endParaRPr lang="zh-CN" altLang="en-US" sz="1000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simple_default_04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17672" r="17672"/>
          <a:stretch>
            <a:fillRect/>
          </a:stretch>
        </p:blipFill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sz="1900"/>
              <a:t>协同过滤技术</a:t>
            </a:r>
            <a:endParaRPr lang="zh-CN" altLang="en-US" sz="19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使用协同过滤算法，亚马逊能够根据相似用户的喜好向目标用户推荐商品。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simple_default_02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17672" r="17672"/>
          <a:stretch>
            <a:fillRect/>
          </a:stretch>
        </p:blipFill>
        <p:spPr>
          <a:xfrm>
            <a:off x="34036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1900"/>
              <a:t>实时推荐优化</a:t>
            </a:r>
            <a:endParaRPr lang="zh-CN" altLang="en-US" sz="19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亚马逊的推荐系统会根据用户的实时互动，动态调整推荐列表，以提高点击率和购买率。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simple_default_03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17672" r="17672"/>
          <a:stretch>
            <a:fillRect/>
          </a:stretch>
        </p:blipFill>
        <p:spPr>
          <a:xfrm>
            <a:off x="90424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 sz="1900"/>
              <a:t>预测分析</a:t>
            </a:r>
            <a:endParaRPr lang="zh-CN" altLang="en-US" sz="190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通过预测分析，亚马逊能够预测用户可能感兴趣的商品，并提前进行推荐。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库存管理优化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9600" y="5130800"/>
            <a:ext cx="10972800" cy="1117600"/>
            <a:chOff x="960" y="8080"/>
            <a:chExt cx="17280" cy="1760"/>
          </a:xfrm>
        </p:grpSpPr>
      </p:grpSp>
      <p:pic>
        <p:nvPicPr>
          <p:cNvPr id="17" name="内容占位符 16" descr="e6de6f9b-ebd6-48cb-9713-e21916d8db72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b="2691"/>
          <a:stretch>
            <a:fillRect/>
          </a:stretch>
        </p:blipFill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203200 h 2997200"/>
              <a:gd name="connisteX1" fmla="*/ 203200 w 10972800"/>
              <a:gd name="connsiteY1" fmla="*/ 0 h 2997200"/>
              <a:gd name="connisteX2" fmla="*/ 10769600 w 10972800"/>
              <a:gd name="connsiteY2" fmla="*/ 0 h 2997200"/>
              <a:gd name="connisteX3" fmla="*/ 10972800 w 10972800"/>
              <a:gd name="connsiteY3" fmla="*/ 203200 h 2997200"/>
              <a:gd name="connisteX4" fmla="*/ 10972800 w 10972800"/>
              <a:gd name="connsiteY4" fmla="*/ 2794000 h 2997200"/>
              <a:gd name="connisteX5" fmla="*/ 10769600 w 10972800"/>
              <a:gd name="connsiteY5" fmla="*/ 2997200 h 2997200"/>
              <a:gd name="connisteX6" fmla="*/ 203200 w 10972800"/>
              <a:gd name="connsiteY6" fmla="*/ 2997200 h 2997200"/>
              <a:gd name="connisteX7" fmla="*/ 0 w 10972800"/>
              <a:gd name="connsiteY7" fmla="*/ 2794000 h 2997200"/>
              <a:gd name="connisteX8" fmla="*/ 0 w 109728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94000"/>
                </a:lnTo>
                <a:cubicBezTo>
                  <a:pt x="10972800" y="2906224"/>
                  <a:pt x="10881824" y="2997200"/>
                  <a:pt x="107696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预测需求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利用历史销售数据分析，亚马逊可以更准确地预测未来产品需求，减少库存积压。</a:t>
            </a:r>
            <a:endParaRPr lang="zh-CN" altLang="en-US" sz="1100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动态定价策略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通过分析市场趋势和竞争对手定价，亚马逊实施动态定价，以优化库存周转率。</a:t>
            </a:r>
            <a:endParaRPr lang="zh-CN" altLang="en-US" sz="1100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供应链协同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亚马逊通过数据分析优化供应链，实现库存的实时监控和调整，降低缺货或过剩风险。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客户行为分析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2057400"/>
            <a:ext cx="10972800" cy="3657600"/>
            <a:chOff x="960" y="3240"/>
            <a:chExt cx="17280" cy="5760"/>
          </a:xfrm>
        </p:grpSpPr>
      </p:grpSp>
      <p:pic>
        <p:nvPicPr>
          <p:cNvPr id="15" name="图片占位符 14" descr="simple_default_06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r:embed="rId3"/>
          <a:srcRect l="21875" r="21875"/>
          <a:stretch>
            <a:fillRect/>
          </a:stretch>
        </p:blipFill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购物车放弃率分析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分析顾客在将商品加入购物车后未完成购买的原因，以优化购物流程，减少放弃率。</a:t>
            </a:r>
            <a:endParaRPr lang="zh-CN" altLang="en-US"/>
          </a:p>
        </p:txBody>
      </p:sp>
      <p:pic>
        <p:nvPicPr>
          <p:cNvPr id="16" name="图片占位符 15" descr="simple_default_05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搜索关键词趋势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通过追踪和分析顾客搜索的关键词，了解市场趋势，调整产品策略和库存管理。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市场趋势预测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2286000"/>
            <a:ext cx="10972800" cy="3200400"/>
            <a:chOff x="960" y="3600"/>
            <a:chExt cx="17280" cy="5040"/>
          </a:xfrm>
        </p:grpSpPr>
      </p:grpSp>
      <p:sp>
        <p:nvSpPr>
          <p:cNvPr id="3" name="装饰  1"/>
          <p:cNvSpPr>
            <a:spLocks noGrp="1"/>
          </p:cNvSpPr>
          <p:nvPr>
            <p:ph type="body" idx="1639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利用历史销售数据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通过分析历史销售数据，亚马逊可以预测未来产品的需求趋势，优化库存管理。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消费者行为分析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亚马逊通过追踪用户浏览和购买行为，预测市场趋势，为营销策略提供依据。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季节性趋势预测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亚马逊利用季节性销售数据，预测特定节日或季节的市场变化，调整产品策略。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竞争对手分析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通过分析竞争对手的销售数据和市场表现，亚马逊可以预测行业趋势，制定应对措施。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数据分析对亚马逊决策的影响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产品定价策略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5257800" y="3048000"/>
            <a:ext cx="6324600" cy="3200400"/>
            <a:chOff x="8280" y="4800"/>
            <a:chExt cx="9960" cy="5040"/>
          </a:xfrm>
        </p:grpSpPr>
      </p:grpSp>
      <p:pic>
        <p:nvPicPr>
          <p:cNvPr id="15" name="内容占位符 14" descr="simple_default_01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29856" r="29856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基于市场需求的动态定价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亚马逊利用数据分析监控市场趋势，实时调整价格，以最大化利润和市场份额。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0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 sz="1900"/>
              <a:t>竞争对手价格分析</a:t>
            </a:r>
            <a:endParaRPr lang="zh-CN" altLang="en-US" sz="190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通过分析竞争对手定价，亚马逊能够制定有竞争力的价格策略，吸引消费者并保持市场地位。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营销策略优化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de88efe5-559f-4151-9838-2ecf820e12cc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1190"/>
          <a:stretch>
            <a:fillRect/>
          </a:stretch>
        </p:blipFill>
        <p:spPr>
          <a:xfrm>
            <a:off x="812800" y="1727200"/>
            <a:ext cx="2108200" cy="21336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通过数据分析，亚马逊优化了其个性化推荐算法，提高了用户购买转化率。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simple_default_06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22210" r="22210"/>
          <a:stretch>
            <a:fillRect/>
          </a:stretch>
        </p:blipFill>
        <p:spPr>
          <a:xfrm>
            <a:off x="3632200" y="1727200"/>
            <a:ext cx="2108200" cy="21336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sz="2200"/>
              <a:t>动态定价机制</a:t>
            </a:r>
            <a:endParaRPr lang="zh-CN" altLang="en-US" sz="22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利用数据分析，亚马逊实施了动态定价策略，根据市场需求实时调整商品价格。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simple_default_03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2210" r="22210"/>
          <a:stretch>
            <a:fillRect/>
          </a:stretch>
        </p:blipFill>
        <p:spPr>
          <a:xfrm>
            <a:off x="6451600" y="1727200"/>
            <a:ext cx="2108200" cy="21336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2200"/>
              <a:t>库存管理优化</a:t>
            </a:r>
            <a:endParaRPr lang="zh-CN" altLang="en-US" sz="22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数据分析帮助亚马逊更准确地预测产品需求，优化库存水平，减少积压和缺货情况。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simple_default_04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22210" r="22210"/>
          <a:stretch>
            <a:fillRect/>
          </a:stretch>
        </p:blipFill>
        <p:spPr>
          <a:xfrm>
            <a:off x="9271000" y="1727200"/>
            <a:ext cx="2108200" cy="2133600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广告投放精准化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通过分析用户行为数据，亚马逊改进了广告投放策略，提高了广告效果和投资回报率。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供应链管理改进</a:t>
            </a:r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优化库存水平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通过数据分析预测销售趋势，亚马逊能够更精确地管理库存，减少积压和缺货情况。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提高物流效率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利用数据分析，亚马逊能够优化配送路线和仓储布局，显著提升物流速度和降低成本。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亚马逊的数据处理与保护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数据安全政策</a:t>
            </a:r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609600" y="1930400"/>
            <a:ext cx="10972800" cy="3911600"/>
            <a:chOff x="960" y="3040"/>
            <a:chExt cx="17280" cy="6160"/>
          </a:xfrm>
        </p:grpSpPr>
      </p:grp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2" name="图片占位符 21" descr="base\assets\7"/>
          <p:cNvPicPr>
            <a:picLocks noChangeAspect="1"/>
          </p:cNvPicPr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" y="2143760"/>
            <a:ext cx="487680" cy="48768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加密技术应用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亚马逊使用先进的加密技术保护用户数据，确保在传输和存储过程中的安全。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1" name="图片占位符 20" descr="base\assets\8"/>
          <p:cNvPicPr>
            <a:picLocks noChangeAspect="1"/>
          </p:cNvPicPr>
          <p:nvPr>
            <p:ph type="pic" idx="16396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37960" y="2143760"/>
            <a:ext cx="487680" cy="48768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访问控制管理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实施严格的访问控制策略，确保只有授权人员才能访问敏感数据。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base\assets\9"/>
          <p:cNvPicPr>
            <a:picLocks noChangeAspect="1"/>
          </p:cNvPicPr>
          <p:nvPr>
            <p:ph type="pic" idx="16398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2960" y="4328160"/>
            <a:ext cx="487680" cy="48768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数据泄露应对计划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亚马逊制定了详尽的数据泄露应对计划，以快速响应并减轻数据泄露事件的影响。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0" name="图片占位符 19" descr="base\assets\10"/>
          <p:cNvPicPr>
            <a:picLocks noChangeAspect="1"/>
          </p:cNvPicPr>
          <p:nvPr>
            <p:ph type="pic" idx="16400"/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37960" y="4328160"/>
            <a:ext cx="487680" cy="487680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合规性审计与监控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5"/>
            </p:custDataLst>
          </p:nvPr>
        </p:nvSpPr>
        <p:spPr/>
        <p:txBody>
          <a:bodyPr/>
          <a:p>
            <a:r>
              <a:rPr lang="zh-CN" altLang="en-US"/>
              <a:t>定期进行合规性审计和持续监控，确保数据处理活动符合相关法律法规要求。</a:t>
            </a:r>
            <a:endParaRPr lang="zh-CN" altLang="en-US"/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数据隐私保护措施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1524000"/>
            <a:ext cx="10972800" cy="2082800"/>
            <a:chOff x="960" y="2400"/>
            <a:chExt cx="17280" cy="3280"/>
          </a:xfrm>
        </p:grpSpPr>
      </p:grpSp>
      <p:pic>
        <p:nvPicPr>
          <p:cNvPr id="16" name="内容占位符 15" descr="80e6a9d7-13eb-4652-8d5a-66d11d0855aa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283" b="2283"/>
          <a:stretch>
            <a:fillRect/>
          </a:stretch>
        </p:blipFill>
        <p:spPr>
          <a:xfrm>
            <a:off x="609600" y="37592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加密技术应用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亚马逊使用先进的加密技术保护用户数据，确保在传输和存储过程中的安全。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访问控制管理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实施严格的访问控制，只有授权人员才能访问敏感数据，防止数据泄露。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数据匿名化处理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对用户数据进行匿名化处理，以保护个人隐私，同时满足数据分析的需求。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数据合规性挑战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648200" y="609600"/>
            <a:ext cx="6934200" cy="2336800"/>
            <a:chOff x="7320" y="960"/>
            <a:chExt cx="10920" cy="3680"/>
          </a:xfrm>
        </p:grpSpPr>
      </p:grpSp>
      <p:pic>
        <p:nvPicPr>
          <p:cNvPr id="14" name="内容占位符 13" descr="bce35b5c-ba8b-4265-ba3b-2aa315b8566b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937"/>
          <a:stretch>
            <a:fillRect/>
          </a:stretch>
        </p:blipFill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跨境数据传输限制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亚马逊需遵守不同国家的数据传输法规，如欧盟的GDPR，确保数据跨境流动合规。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用户隐私保护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亚马逊必须采取措施保护用户数据不被未授权访问，如实施加密技术和访问控制。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亚马逊数据分析的未来趋势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数据收集工具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60f410ed-844f-43f2-9eef-06ab822bc90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713" b="5073"/>
          <a:stretch>
            <a:fillRect/>
          </a:stretch>
        </p:blipFill>
        <p:spPr>
          <a:xfrm>
            <a:off x="609600" y="15240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使用Helium 10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Helium 10提供关键词追踪、产品研究等功能，帮助卖家收集亚马逊市场数据。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7186372e-6f2a-4fe0-a781-d6acee60fc97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b="6786"/>
          <a:stretch>
            <a:fillRect/>
          </a:stretch>
        </p:blipFill>
        <p:spPr>
          <a:xfrm>
            <a:off x="8026400" y="3149600"/>
            <a:ext cx="3556000" cy="1473200"/>
          </a:xfrm>
          <a:custGeom>
            <a:avLst/>
            <a:gdLst>
              <a:gd name="connisteX0" fmla="*/ 0 w 3556000"/>
              <a:gd name="connsiteY0" fmla="*/ 0 h 1473200"/>
              <a:gd name="connisteX1" fmla="*/ 3352800 w 3556000"/>
              <a:gd name="connsiteY1" fmla="*/ 0 h 1473200"/>
              <a:gd name="connisteX2" fmla="*/ 3556000 w 3556000"/>
              <a:gd name="connsiteY2" fmla="*/ 203200 h 1473200"/>
              <a:gd name="connisteX3" fmla="*/ 3556000 w 3556000"/>
              <a:gd name="connsiteY3" fmla="*/ 1270000 h 1473200"/>
              <a:gd name="connisteX4" fmla="*/ 3352800 w 3556000"/>
              <a:gd name="connsiteY4" fmla="*/ 1473200 h 1473200"/>
              <a:gd name="connisteX5" fmla="*/ 0 w 3556000"/>
              <a:gd name="connsiteY5" fmla="*/ 1473200 h 1473200"/>
              <a:gd name="connisteX6" fmla="*/ 0 w 3556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270000"/>
                </a:lnTo>
                <a:cubicBezTo>
                  <a:pt x="3556000" y="1382224"/>
                  <a:pt x="3465024" y="1473200"/>
                  <a:pt x="3352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借助Jungle Scout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Jungle Scout的市场分析工具能收集销售数据，为亚马逊卖家提供产品趋势和销量预测。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7" name="图片占位符 26" descr="5e3d3038-f192-442c-85c5-b139612d020f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737" b="6049"/>
          <a:stretch>
            <a:fillRect/>
          </a:stretch>
        </p:blipFill>
        <p:spPr>
          <a:xfrm>
            <a:off x="609600" y="47752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利用AMZScout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AMZScout提供实时数据监控，帮助卖家分析竞争对手和市场动态，优化产品列表。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a7d4296-d3e2-4c8f-80d5-157a4fa4720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  <p:pic>
        <p:nvPicPr>
          <p:cNvPr id="5" name="图片 4" descr="0dd909e5-aaa7-4bcb-aab8-8a14c319d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  <p:pic>
        <p:nvPicPr>
          <p:cNvPr id="6" name="图片 5" descr="2b70ed85-e5a2-4ad8-823e-d76b77fb89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a7d4296-d3e2-4c8f-80d5-157a4fa4720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  <p:pic>
        <p:nvPicPr>
          <p:cNvPr id="5" name="图片 4" descr="0dd909e5-aaa7-4bcb-aab8-8a14c319d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  <p:pic>
        <p:nvPicPr>
          <p:cNvPr id="6" name="图片 5" descr="2b70ed85-e5a2-4ad8-823e-d76b77fb89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525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25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256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256"/>
</p:tagLst>
</file>

<file path=ppt/tags/tag10.xml><?xml version="1.0" encoding="utf-8"?>
<p:tagLst xmlns:p="http://schemas.openxmlformats.org/presentationml/2006/main">
  <p:tag name="LayoutZOrder" val="2"/>
  <p:tag name="KSO_WM_UNIT_TYPE" val="i"/>
  <p:tag name="KSO_WM_UNIT_ID" val="_2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2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3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9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1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5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0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1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2.xml><?xml version="1.0" encoding="utf-8"?>
<p:tagLst xmlns:p="http://schemas.openxmlformats.org/presentationml/2006/main">
  <p:tag name="LayoutZOrder" val="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6.xml><?xml version="1.0" encoding="utf-8"?>
<p:tagLst xmlns:p="http://schemas.openxmlformats.org/presentationml/2006/main">
  <p:tag name="LayoutZOrder" val="6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8.xml><?xml version="1.0" encoding="utf-8"?>
<p:tagLst xmlns:p="http://schemas.openxmlformats.org/presentationml/2006/main">
  <p:tag name="LayoutZOrder" val="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ad6533251880f0be09a64776614f3fadfbe456"/>
  <p:tag name="KSO_WM_NEWLAYOUT_ID" val="41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6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8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9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7.xml><?xml version="1.0" encoding="utf-8"?>
<p:tagLst xmlns:p="http://schemas.openxmlformats.org/presentationml/2006/main">
  <p:tag name="LayoutZOrder" val="2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1.xml><?xml version="1.0" encoding="utf-8"?>
<p:tagLst xmlns:p="http://schemas.openxmlformats.org/presentationml/2006/main">
  <p:tag name="LayoutZOrder" val="6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3.xml><?xml version="1.0" encoding="utf-8"?>
<p:tagLst xmlns:p="http://schemas.openxmlformats.org/presentationml/2006/main">
  <p:tag name="LayoutZOrder" val="8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1cff2440d057ccc2fcdea4f1d5d2dfaeb35e3a8"/>
  <p:tag name="KSO_WM_NEWLAYOUT_ID" val="53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4d34fe35336ca7e193cb9acbdd9a0194eb969f3"/>
  <p:tag name="KSO_WM_NEWLAYOUT_ID" val="1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934994ba2762a79187e21bf701730727c84d4eb"/>
  <p:tag name="KSO_WM_NEWLAYOUT_GROUP_ID" val="layout_1-5"/>
  <p:tag name="KSO_WM_NEWLAYOUT_ID" val="slide_ba60fb0293b23fd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1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f74f6a8995be4061494af874fd7452670050f4"/>
  <p:tag name="KSO_WM_NEWLAYOUT_GROUP_ID" val="layout_63"/>
  <p:tag name="KSO_WM_NEWLAYOUT_ID" val="slide_a3a08aa0d9cda427"/>
</p:tagLst>
</file>

<file path=ppt/tags/tag1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ad0fa4668bc6d6efd9dd12bdea74fe068e5604a"/>
  <p:tag name="KSO_WM_NEWLAYOUT_GROUP_ID" val="layout_32"/>
  <p:tag name="KSO_WM_NEWLAYOUT_ID" val="slide_e956d0c454ddc340"/>
</p:tagLst>
</file>

<file path=ppt/tags/tag1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2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2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33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3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38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cbfd1480be58b0d5bf9ee5e24829cd77937a7d"/>
  <p:tag name="KSO_WM_NEWLAYOUT_GROUP_ID" val="layout_26"/>
  <p:tag name="KSO_WM_NEWLAYOUT_ID" val="slide_1a49b5dcfffdb860"/>
</p:tagLst>
</file>

<file path=ppt/tags/tag1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b7a003c5afc4619597ff144c4888a6b5a33957"/>
  <p:tag name="KSO_WM_NEWLAYOUT_GROUP_ID" val="layout_39"/>
  <p:tag name="KSO_WM_NEWLAYOUT_ID" val="slide_e20e62975e2b0dd3"/>
</p:tagLst>
</file>

<file path=ppt/tags/tag1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031911a001d3bedcd4af398beabfcdeb3fb832"/>
  <p:tag name="KSO_WM_NEWLAYOUT_GROUP_ID" val="layout_42"/>
  <p:tag name="KSO_WM_NEWLAYOUT_ID" val="slide_cf5eb85816160a90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63f265e6ec23ff54ff94d7419ba5deafa22217"/>
  <p:tag name="KSO_WM_NEWLAYOUT_GROUP_ID" val="layout_38"/>
  <p:tag name="KSO_WM_NEWLAYOUT_ID" val="slide_542dcb843ef4df4f"/>
</p:tagLst>
</file>

<file path=ppt/tags/tag1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b37a864c1db14947cef2cb5c3c686b8e9dd27c"/>
  <p:tag name="KSO_WM_NEWLAYOUT_GROUP_ID" val="layout_51"/>
  <p:tag name="KSO_WM_NEWLAYOUT_ID" val="slide_88ce898f9160abdb"/>
</p:tagLst>
</file>

<file path=ppt/tags/tag2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114add5446db7194987e0e5568893306932dec"/>
  <p:tag name="KSO_WM_NEWLAYOUT_GROUP_ID" val="layout_34"/>
  <p:tag name="KSO_WM_NEWLAYOUT_ID" val="slide_18723710fcbe78b9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ac5acb29573687bb38d7a257ec7f93b4db64be"/>
  <p:tag name="KSO_WM_NEWLAYOUT_GROUP_ID" val="layout_27"/>
  <p:tag name="KSO_WM_NEWLAYOUT_ID" val="slide_68c7e1d569ee91b3"/>
</p:tagLst>
</file>

<file path=ppt/tags/tag23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4ee2a6cd99ed16d48df4c41b6fcd35c578888b"/>
  <p:tag name="KSO_WM_NEWLAYOUT_GROUP_ID" val="layout_30"/>
  <p:tag name="KSO_WM_NEWLAYOUT_ID" val="slide_b4beb239a94b288a"/>
</p:tagLst>
</file>

<file path=ppt/tags/tag2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9e2b96c3f0c82e90c5b902c20988eaa82b943e"/>
  <p:tag name="KSO_WM_NEWLAYOUT_GROUP_ID" val="layout_48"/>
  <p:tag name="KSO_WM_NEWLAYOUT_ID" val="slide_2ecf2e587904f8d2"/>
</p:tagLst>
</file>

<file path=ppt/tags/tag2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11d92b04af37fb57be905c111818728ed9cc91"/>
  <p:tag name="KSO_WM_NEWLAYOUT_GROUP_ID" val="layout_64"/>
  <p:tag name="KSO_WM_NEWLAYOUT_ID" val="slide_e207a77ee0102a73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d9dadb4ec4980e9856934e426ae4d243273213"/>
  <p:tag name="KSO_WM_NEWLAYOUT_GROUP_ID" val="layout_3"/>
  <p:tag name="KSO_WM_NEWLAYOUT_ID" val="slide_4a6fe43407dcb18b"/>
</p:tagLst>
</file>

<file path=ppt/tags/tag29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03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07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3f5fc18c5260b754aab1ddb7b074a0685cfec0"/>
  <p:tag name="KSO_WM_NEWLAYOUT_GROUP_ID" val="layout_59"/>
  <p:tag name="KSO_WM_NEWLAYOUT_ID" val="slide_c9a808dc05b7f5bd"/>
</p:tagLst>
</file>

<file path=ppt/tags/tag3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aaabc85253df89fff123bf42258e07d0998a67"/>
  <p:tag name="KSO_WM_NEWLAYOUT_GROUP_ID" val="layout_62"/>
  <p:tag name="KSO_WM_NEWLAYOUT_ID" val="slide_200f6023f42ff4b4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</p:tagLst>
</file>

<file path=ppt/tags/tag3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a0d39cb26af446f620d46385dceb73d32c6d208"/>
  <p:tag name="KSO_WM_NEWLAYOUT_GROUP_ID" val="layout_57"/>
  <p:tag name="KSO_WM_NEWLAYOUT_ID" val="slide_09cde89548a5fe48"/>
</p:tagLst>
</file>

<file path=ppt/tags/tag35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c40288a344341a236b48ac28034ea93b62c697"/>
  <p:tag name="KSO_WM_NEWLAYOUT_GROUP_ID" val="layout_6"/>
  <p:tag name="KSO_WM_NEWLAYOUT_ID" val="slide_594318aaf3030d73"/>
</p:tagLst>
</file>

<file path=ppt/tags/tag3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7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7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81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0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5.xml><?xml version="1.0" encoding="utf-8"?>
<p:tagLst xmlns:p="http://schemas.openxmlformats.org/presentationml/2006/main">
  <p:tag name="LayoutZOrder" val="8"/>
  <p:tag name="KSO_WM_UNIT_TYPE" val="i"/>
  <p:tag name="KSO_WM_UNIT_ID" val="_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9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0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0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2.xml><?xml version="1.0" encoding="utf-8"?>
<p:tagLst xmlns:p="http://schemas.openxmlformats.org/presentationml/2006/main">
  <p:tag name="LayoutZOrder" val="8"/>
  <p:tag name="KSO_WM_UNIT_TYPE" val="i"/>
  <p:tag name="KSO_WM_UNIT_ID" val="_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5256"/>
  <p:tag name="KSO_WM_TEMPLATE_CATEGORY" val="custom"/>
  <p:tag name="KSO_WM_TEMPLATE_MASTER_TYPE" val="0"/>
  <p:tag name="KSO_WM_TAG_VERSION" val="3.0"/>
</p:tagLst>
</file>

<file path=ppt/tags/tag394.xml><?xml version="1.0" encoding="utf-8"?>
<p:tagLst xmlns:p="http://schemas.openxmlformats.org/presentationml/2006/main">
  <p:tag name="KSO_WM_AITEMPLATE_STYLE_ID" val="69796641670"/>
</p:tagLst>
</file>

<file path=ppt/tags/tag395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39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ad6533251880f0be09a64776614f3fadfbe456"/>
  <p:tag name="KSO_WM_NEWLAYOUT_ID" val="41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39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398.xml><?xml version="1.0" encoding="utf-8"?>
<p:tagLst xmlns:p="http://schemas.openxmlformats.org/presentationml/2006/main">
  <p:tag name="KSO_WM_BEAUTIFY_FLAG" val="#wm#"/>
  <p:tag name="KSO_WM_SLIDE_HAS_MASK" val="0"/>
  <p:tag name="KSO_WM_SLIDE_ID" val="custom40485256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INDEX" val="40485256"/>
  <p:tag name="KSO_WM_TEMPLATE_MASTER_TYPE" val="0"/>
  <p:tag name="KSO_WM_TEMPLATE_SLIDE_ID" val="slide_7d1b418b74e2b859"/>
  <p:tag name="KSO_WM_TEMPLATE_SUBCATEGORY" val="29"/>
  <p:tag name="KSO_WM_TEMPLATE_THUMBS_INDEX" val="1、9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934994ba2762a79187e21bf701730727c84d4eb"/>
  <p:tag name="KSO_WM_NEWLAYOUT_GROUP_ID" val="layout_1-5"/>
  <p:tag name="KSO_WM_NEWLAYOUT_ID" val="slide_ba60fb0293b23fda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  <p:tag name="KSO_WM_UNIT_PRESET_TEXT" val="06"/>
  <p:tag name="KSO_WM_SLIDE_FIGMA_DIAGRAM" val="1"/>
</p:tagLst>
</file>

<file path=ppt/tags/tag4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  <p:tag name="KSO_WM_UNIT_PRESET_TEXT" val=" "/>
  <p:tag name="KSO_WM_SLIDE_FIGMA_DIAGRAM" val="1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  <p:tag name="KSO_WM_SLIDE_FIGMA_DIAGRAM" val="1"/>
</p:tagLst>
</file>

<file path=ppt/tags/tag419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TEMPLATE_FIGMA_ID" val="69796641670"/>
  <p:tag name="KSO_WM_TEMPLATE_SLIDE_ID" val="slide_ba60fb0293b23fda"/>
</p:tagLst>
</file>

<file path=ppt/tags/tag42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2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2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f74f6a8995be4061494af874fd7452670050f4"/>
  <p:tag name="KSO_WM_NEWLAYOUT_GROUP_ID" val="layout_63"/>
  <p:tag name="KSO_WM_NEWLAYOUT_ID" val="slide_a3a08aa0d9cda427"/>
  <p:tag name="KSO_WM_UNIT_PRESET_TEXT" val="单击此处添加标题"/>
</p:tagLst>
</file>

<file path=ppt/tags/tag4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ab6047ca-eda2-4148-908d-cb214a7e55cc.jpg?Expires=1788404375&amp;AWSAccessKeyId=AKLT9NSy7kh8TIS1UzNqLRY2&amp;Signature=As7Vor4DUDBS%2BRvsBQxtgV53O1E%3D&quot;}*auto_qingqiu_ai_*1756868370874_1.20_7f04f26dc747-slide-3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31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a3a08aa0d9cda427"/>
</p:tagLst>
</file>

<file path=ppt/tags/tag4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ad0fa4668bc6d6efd9dd12bdea74fe068e5604a"/>
  <p:tag name="KSO_WM_NEWLAYOUT_GROUP_ID" val="layout_32"/>
  <p:tag name="KSO_WM_NEWLAYOUT_ID" val="slide_e956d0c454ddc340"/>
  <p:tag name="KSO_WM_UNIT_PRESET_TEXT" val="单击此处添加标题"/>
</p:tagLst>
</file>

<file path=ppt/tags/tag4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3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43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39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44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4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445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4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450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5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e956d0c454ddc340"/>
</p:tagLst>
</file>

<file path=ppt/tags/tag45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56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cbfd1480be58b0d5bf9ee5e24829cd77937a7d"/>
  <p:tag name="KSO_WM_NEWLAYOUT_GROUP_ID" val="layout_26"/>
  <p:tag name="KSO_WM_NEWLAYOUT_ID" val="slide_1a49b5dcfffdb860"/>
  <p:tag name="KSO_WM_UNIT_PRESET_TEXT" val="单击此处添加标题"/>
</p:tagLst>
</file>

<file path=ppt/tags/tag4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60f410ed-844f-43f2-9eef-06ab822bc906.jpg?Expires=1788404375&amp;AWSAccessKeyId=AKLT9NSy7kh8TIS1UzNqLRY2&amp;Signature=nwPwhqGAKRf7VnsgAAWQlpqhdZU%3D&quot;}*auto_qingqiu_ai_*1756868370874_1.20_7f04f26dc747-slide-6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7186372e-6f2a-4fe0-a781-d6acee60fc97.jpg?Expires=1788404375&amp;AWSAccessKeyId=AKLT9NSy7kh8TIS1UzNqLRY2&amp;Signature=YPbtZshFVcvVOsdZsphA8xNar78%3D&quot;}*auto_qingqiu_ai_*1756868370874_1.20_7f04f26dc747-slide-6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5e3d3038-f192-442c-85c5-b139612d020f.jpg?Expires=1788404375&amp;AWSAccessKeyId=AKLT9NSy7kh8TIS1UzNqLRY2&amp;Signature=GqOm65NJb6%2BkwTITDokybWFUIYU%3D&quot;}*auto_qingqiu_ai_*1756868370874_1.20_7f04f26dc747-slide-6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70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1a49b5dcfffdb860"/>
</p:tagLst>
</file>

<file path=ppt/tags/tag4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b7a003c5afc4619597ff144c4888a6b5a33957"/>
  <p:tag name="KSO_WM_NEWLAYOUT_GROUP_ID" val="layout_39"/>
  <p:tag name="KSO_WM_NEWLAYOUT_ID" val="slide_e20e62975e2b0dd3"/>
  <p:tag name="KSO_WM_UNIT_PRESET_TEXT" val="单击此处添加标题"/>
</p:tagLst>
</file>

<file path=ppt/tags/tag4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73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77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0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e20e62975e2b0dd3"/>
</p:tagLst>
</file>

<file path=ppt/tags/tag4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031911a001d3bedcd4af398beabfcdeb3fb832"/>
  <p:tag name="KSO_WM_NEWLAYOUT_GROUP_ID" val="layout_42"/>
  <p:tag name="KSO_WM_NEWLAYOUT_ID" val="slide_cf5eb85816160a90"/>
  <p:tag name="KSO_WM_UNIT_PRESET_TEXT" val="单击此处添加标题"/>
</p:tagLst>
</file>

<file path=ppt/tags/tag4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20817df5-2260-47ca-a98f-b744f086f5d3.jpg?Expires=1788404375&amp;AWSAccessKeyId=AKLT9NSy7kh8TIS1UzNqLRY2&amp;Signature=EEhEhX67gov3Hy4IJhi9gRSDRXM%3D&quot;}*auto_qingqiu_ai_*1756868370874_1.20_7f04f26dc747-slide-8"/>
</p:tagLst>
</file>

<file path=ppt/tags/tag4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cf5eb85816160a90"/>
</p:tagLst>
</file>

<file path=ppt/tags/tag49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9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95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63f265e6ec23ff54ff94d7419ba5deafa22217"/>
  <p:tag name="KSO_WM_NEWLAYOUT_GROUP_ID" val="layout_38"/>
  <p:tag name="KSO_WM_NEWLAYOUT_ID" val="slide_542dcb843ef4df4f"/>
  <p:tag name="KSO_WM_UNIT_PRESET_TEXT" val="单击此处添加标题"/>
</p:tagLst>
</file>

<file path=ppt/tags/tag4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s://ai-generator-dimension.wpscdn.cn/slide_res/20250326/simple_default_01.png&quot;}*auto_preset_ai_*1756868370874_1.20_7f04f26dc747-slide-10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s://ai-generator-dimension.wpscdn.cn/slide_res/20250326/simple_default_04.png&quot;}*auto_preset_ai_*1756868370874_1.20_7f04f26dc747-slide-10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s://ai-generator-dimension.wpscdn.cn/slide_res/20250326/simple_default_02.png&quot;}*auto_preset_ai_*1756868370874_1.20_7f04f26dc747-slide-10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s://ai-generator-dimension.wpscdn.cn/slide_res/20250326/simple_default_03.png&quot;}*auto_preset_ai_*1756868370874_1.20_7f04f26dc747-slide-10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1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42dcb843ef4df4f"/>
</p:tagLst>
</file>

<file path=ppt/tags/tag5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b37a864c1db14947cef2cb5c3c686b8e9dd27c"/>
  <p:tag name="KSO_WM_NEWLAYOUT_GROUP_ID" val="layout_51"/>
  <p:tag name="KSO_WM_NEWLAYOUT_ID" val="slide_88ce898f9160abdb"/>
  <p:tag name="KSO_WM_UNIT_PRESET_TEXT" val="单击此处添加标题"/>
</p:tagLst>
</file>

<file path=ppt/tags/tag5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e6de6f9b-ebd6-48cb-9713-e21916d8db72.jpg?Expires=1788404375&amp;AWSAccessKeyId=AKLT9NSy7kh8TIS1UzNqLRY2&amp;Signature=1sH8bxW1TFmdfJgoNIvXffuEOP4%3D&quot;}*auto_qingqiu_ai_*1756868370874_1.20_7f04f26dc747-slide-11"/>
</p:tagLst>
</file>

<file path=ppt/tags/tag5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25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88ce898f9160abdb"/>
</p:tagLst>
</file>

<file path=ppt/tags/tag5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114add5446db7194987e0e5568893306932dec"/>
  <p:tag name="KSO_WM_NEWLAYOUT_GROUP_ID" val="layout_34"/>
  <p:tag name="KSO_WM_NEWLAYOUT_ID" val="slide_18723710fcbe78b9"/>
  <p:tag name="KSO_WM_UNIT_PRESET_TEXT" val="单击此处添加标题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s://ai-generator-dimension.wpscdn.cn/slide_res/20250326/simple_default_06.png&quot;}*auto_preset_ai_*1756868370874_1.20_7f04f26dc747-slide-12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s://ai-generator-dimension.wpscdn.cn/slide_res/20250326/simple_default_05.png&quot;}*auto_preset_ai_*1756868370874_1.20_7f04f26dc747-slide-12"/>
</p:tagLst>
</file>

<file path=ppt/tags/tag5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18723710fcbe78b9"/>
</p:tagLst>
</file>

<file path=ppt/tags/tag5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ac5acb29573687bb38d7a257ec7f93b4db64be"/>
  <p:tag name="KSO_WM_NEWLAYOUT_GROUP_ID" val="layout_27"/>
  <p:tag name="KSO_WM_NEWLAYOUT_ID" val="slide_68c7e1d569ee91b3"/>
  <p:tag name="KSO_WM_UNIT_PRESET_TEXT" val="单击此处添加标题"/>
</p:tagLst>
</file>

<file path=ppt/tags/tag53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4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4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5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51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68c7e1d569ee91b3"/>
</p:tagLst>
</file>

<file path=ppt/tags/tag55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5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5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5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4ee2a6cd99ed16d48df4c41b6fcd35c578888b"/>
  <p:tag name="KSO_WM_NEWLAYOUT_GROUP_ID" val="layout_30"/>
  <p:tag name="KSO_WM_NEWLAYOUT_ID" val="slide_b4beb239a94b288a"/>
  <p:tag name="KSO_WM_UNIT_PRESET_TEXT" val="单击此处添加标题"/>
</p:tagLst>
</file>

<file path=ppt/tags/tag5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s://ai-generator-dimension.wpscdn.cn/slide_res/20250326/simple_default_01.png&quot;}*auto_preset_ai_*1756868370874_1.20_7f04f26dc747-slide-15"/>
</p:tagLst>
</file>

<file path=ppt/tags/tag55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65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b4beb239a94b288a"/>
</p:tagLst>
</file>

<file path=ppt/tags/tag5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9e2b96c3f0c82e90c5b902c20988eaa82b943e"/>
  <p:tag name="KSO_WM_NEWLAYOUT_GROUP_ID" val="layout_48"/>
  <p:tag name="KSO_WM_NEWLAYOUT_ID" val="slide_2ecf2e587904f8d2"/>
  <p:tag name="KSO_WM_UNIT_PRESET_TEXT" val="单击此处添加标题"/>
</p:tagLst>
</file>

<file path=ppt/tags/tag5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de88efe5-559f-4151-9838-2ecf820e12cc.jpg?Expires=1788404377&amp;AWSAccessKeyId=AKLT9NSy7kh8TIS1UzNqLRY2&amp;Signature=KzhSqljjJWIisdmA%2FOn2FaQ%2FYGs%3D&quot;}*auto_qingqiu_ai_*1756868370874_1.20_7f04f26dc747-slide-16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s://ai-generator-dimension.wpscdn.cn/slide_res/20250326/simple_default_06.png&quot;}*auto_preset_ai_*1756868370874_1.20_7f04f26dc747-slide-16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s://ai-generator-dimension.wpscdn.cn/slide_res/20250326/simple_default_03.png&quot;}*auto_preset_ai_*1756868370874_1.20_7f04f26dc747-slide-16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s://ai-generator-dimension.wpscdn.cn/slide_res/20250326/simple_default_04.png&quot;}*auto_preset_ai_*1756868370874_1.20_7f04f26dc747-slide-16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8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2ecf2e587904f8d2"/>
</p:tagLst>
</file>

<file path=ppt/tags/tag5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11d92b04af37fb57be905c111818728ed9cc91"/>
  <p:tag name="KSO_WM_NEWLAYOUT_GROUP_ID" val="layout_64"/>
  <p:tag name="KSO_WM_NEWLAYOUT_ID" val="slide_e207a77ee0102a73"/>
  <p:tag name="KSO_WM_UNIT_PRESET_TEXT" val="单击此处添加标题"/>
</p:tagLst>
</file>

<file path=ppt/tags/tag5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91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e207a77ee0102a73"/>
</p:tagLst>
</file>

<file path=ppt/tags/tag59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9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9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5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d9dadb4ec4980e9856934e426ae4d243273213"/>
  <p:tag name="KSO_WM_NEWLAYOUT_GROUP_ID" val="layout_3"/>
  <p:tag name="KSO_WM_NEWLAYOUT_ID" val="slide_4a6fe43407dcb18b"/>
  <p:tag name="KSO_WM_UNIT_PRESET_TEXT" val="单击此处添加标题"/>
</p:tagLst>
</file>

<file path=ppt/tags/tag59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9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0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01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05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6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0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609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1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4a6fe43407dcb18b"/>
</p:tagLst>
</file>

<file path=ppt/tags/tag6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3f5fc18c5260b754aab1ddb7b074a0685cfec0"/>
  <p:tag name="KSO_WM_NEWLAYOUT_GROUP_ID" val="layout_59"/>
  <p:tag name="KSO_WM_NEWLAYOUT_ID" val="slide_c9a808dc05b7f5bd"/>
  <p:tag name="KSO_WM_UNIT_PRESET_TEXT" val="单击此处添加标题"/>
</p:tagLst>
</file>

<file path=ppt/tags/tag6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80e6a9d7-13eb-4652-8d5a-66d11d0855aa.jpg?Expires=1788404375&amp;AWSAccessKeyId=AKLT9NSy7kh8TIS1UzNqLRY2&amp;Signature=bcfr4ygakhUJdMXa3sKcrRnd8N8%3D&quot;}*auto_qingqiu_ai_*1756868370874_1.20_7f04f26dc747-slide-20"/>
</p:tagLst>
</file>

<file path=ppt/tags/tag6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6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6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2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c9a808dc05b7f5bd"/>
</p:tagLst>
</file>

<file path=ppt/tags/tag6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aaabc85253df89fff123bf42258e07d0998a67"/>
  <p:tag name="KSO_WM_NEWLAYOUT_GROUP_ID" val="layout_62"/>
  <p:tag name="KSO_WM_NEWLAYOUT_ID" val="slide_200f6023f42ff4b4"/>
  <p:tag name="KSO_WM_UNIT_PRESET_TEXT" val="单击此处添加标题"/>
</p:tagLst>
</file>

<file path=ppt/tags/tag6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bce35b5c-ba8b-4265-ba3b-2aa315b8566b.jpg?Expires=1788404384&amp;AWSAccessKeyId=AKLT9NSy7kh8TIS1UzNqLRY2&amp;Signature=GeZd7evh0NaZW0oQfjZTnR9%2B%2FtY%3D&quot;}*auto_qingqiu_ai_*1756868370874_1.20_7f04f26dc747-slide-21"/>
</p:tagLst>
</file>

<file path=ppt/tags/tag6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6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3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200f6023f42ff4b4"/>
</p:tagLst>
</file>

<file path=ppt/tags/tag63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3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36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6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6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6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6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6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6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6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5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6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6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6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6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6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6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6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7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6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6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6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6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6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6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6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90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6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6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6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6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7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7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7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08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7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7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7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7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7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7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7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26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7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72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7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3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7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7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7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7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4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7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7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7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7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7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7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7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6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7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7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7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7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7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7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7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80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7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7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7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7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7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7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7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98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7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8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8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8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8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8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8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8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8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8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8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8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8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8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8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8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8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816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8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8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8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8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8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8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8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8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8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8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8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8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8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8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8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8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8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83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8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cbfd1480be58b0d5bf9ee5e24829cd77937a7d"/>
  <p:tag name="KSO_WM_NEWLAYOUT_GROUP_ID" val="layout_26"/>
  <p:tag name="KSO_WM_NEWLAYOUT_ID" val="slide_1a49b5dcfffdb860"/>
  <p:tag name="KSO_WM_UNIT_PRESET_TEXT" val="单击此处添加标题"/>
</p:tagLst>
</file>

<file path=ppt/tags/tag8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8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60f410ed-844f-43f2-9eef-06ab822bc906.jpg?Expires=1788404375&amp;AWSAccessKeyId=AKLT9NSy7kh8TIS1UzNqLRY2&amp;Signature=nwPwhqGAKRf7VnsgAAWQlpqhdZU%3D&quot;}*auto_qingqiu_ai_*1756868370874_1.20_7f04f26dc747-slide-6"/>
</p:tagLst>
</file>

<file path=ppt/tags/tag8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8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8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8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7186372e-6f2a-4fe0-a781-d6acee60fc97.jpg?Expires=1788404375&amp;AWSAccessKeyId=AKLT9NSy7kh8TIS1UzNqLRY2&amp;Signature=YPbtZshFVcvVOsdZsphA8xNar78%3D&quot;}*auto_qingqiu_ai_*1756868370874_1.20_7f04f26dc747-slide-6"/>
</p:tagLst>
</file>

<file path=ppt/tags/tag8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8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8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8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5e3d3038-f192-442c-85c5-b139612d020f.jpg?Expires=1788404375&amp;AWSAccessKeyId=AKLT9NSy7kh8TIS1UzNqLRY2&amp;Signature=GqOm65NJb6%2BkwTITDokybWFUIYU%3D&quot;}*auto_qingqiu_ai_*1756868370874_1.20_7f04f26dc747-slide-6"/>
</p:tagLst>
</file>

<file path=ppt/tags/tag8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8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848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1a49b5dcfffdb860"/>
</p:tagLst>
</file>

<file path=ppt/tags/tag849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50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51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</p:tagLst>
</file>

<file path=ppt/tags/tag852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53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5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</p:tagLst>
</file>

<file path=ppt/tags/tag855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主题">
  <a:themeElements>
    <a:clrScheme name="自定义 412">
      <a:dk1>
        <a:srgbClr val="000000"/>
      </a:dk1>
      <a:lt1>
        <a:srgbClr val="FFFFFF"/>
      </a:lt1>
      <a:dk2>
        <a:srgbClr val="091A34"/>
      </a:dk2>
      <a:lt2>
        <a:srgbClr val="DFE3F1"/>
      </a:lt2>
      <a:accent1>
        <a:srgbClr val="042B80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4622</Words>
  <Application>WPS 演示</Application>
  <PresentationFormat>宽屏</PresentationFormat>
  <Paragraphs>686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Arial Unicode MS</vt:lpstr>
      <vt:lpstr>Office 主题</vt:lpstr>
      <vt:lpstr>亚马逊数据分析</vt:lpstr>
      <vt:lpstr>目录</vt:lpstr>
      <vt:lpstr>亚马逊数据分析概述</vt:lpstr>
      <vt:lpstr>数据分析的重要性</vt:lpstr>
      <vt:lpstr>数据分析在亚马逊的角色</vt:lpstr>
      <vt:lpstr>亚马逊数据分析工具</vt:lpstr>
      <vt:lpstr>数据收集工具</vt:lpstr>
      <vt:lpstr>数据处理工具</vt:lpstr>
      <vt:lpstr>数据可视化工具</vt:lpstr>
      <vt:lpstr>数据分析在亚马逊业务中的应用</vt:lpstr>
      <vt:lpstr>个性化推荐系统</vt:lpstr>
      <vt:lpstr>库存管理优化</vt:lpstr>
      <vt:lpstr>客户行为分析</vt:lpstr>
      <vt:lpstr>市场趋势预测</vt:lpstr>
      <vt:lpstr>数据分析对亚马逊决策的影响</vt:lpstr>
      <vt:lpstr>产品定价策略</vt:lpstr>
      <vt:lpstr>营销策略优化</vt:lpstr>
      <vt:lpstr>供应链管理改进</vt:lpstr>
      <vt:lpstr>亚马逊的数据处理与保护</vt:lpstr>
      <vt:lpstr>数据安全政策</vt:lpstr>
      <vt:lpstr>数据隐私保护措施</vt:lpstr>
      <vt:lpstr>数据合规性挑战</vt:lpstr>
      <vt:lpstr>亚马逊数据分析的未来趋势</vt:lpstr>
      <vt:lpstr>人工智能与机器学习</vt:lpstr>
      <vt:lpstr>人工智能与机器学习</vt:lpstr>
      <vt:lpstr>人工智能与机器学习</vt:lpstr>
      <vt:lpstr>人工智能与机器学习</vt:lpstr>
      <vt:lpstr>人工智能与机器学习</vt:lpstr>
      <vt:lpstr>人工智能与机器学习</vt:lpstr>
      <vt:lpstr>人工智能与机器学习</vt:lpstr>
      <vt:lpstr>人工智能与机器学习</vt:lpstr>
      <vt:lpstr>人工智能与机器学习</vt:lpstr>
      <vt:lpstr>人工智能与机器学习</vt:lpstr>
      <vt:lpstr>人工智能与机器学习</vt:lpstr>
      <vt:lpstr>数据收集工具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WPS_1601618498</cp:lastModifiedBy>
  <cp:revision>14</cp:revision>
  <dcterms:created xsi:type="dcterms:W3CDTF">2023-07-11T07:43:00Z</dcterms:created>
  <dcterms:modified xsi:type="dcterms:W3CDTF">2025-09-10T08:18:00Z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A1099CD7A80A4675B2158540EE5A3AD2_13</vt:lpwstr>
  </property>
  <property fmtid="{D5CDD505-2E9C-101B-9397-08002B2CF9AE}" pid="4" name="KSOTemplateUUID">
    <vt:lpwstr>v1.0_ai_69796641670</vt:lpwstr>
  </property>
</Properties>
</file>