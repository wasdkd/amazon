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测试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测试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测试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04465" y="2967355"/>
            <a:ext cx="6781800" cy="20669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620645"/>
            <a:ext cx="10515600" cy="27609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WPS 演示</Application>
  <PresentationFormat>宽屏</PresentationFormat>
  <Paragraphs>11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测试</vt:lpstr>
      <vt:lpstr>测试</vt:lpstr>
      <vt:lpstr>测试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WPS_1601618498</cp:lastModifiedBy>
  <cp:revision>6</cp:revision>
  <dcterms:created xsi:type="dcterms:W3CDTF">2023-08-09T12:44:00Z</dcterms:created>
  <dcterms:modified xsi:type="dcterms:W3CDTF">2025-09-05T07:12:29Z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0FFB374EF87741258E9EC42A4DEF22FC_13</vt:lpwstr>
  </property>
</Properties>
</file>