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9" r:id="rId3"/>
    <p:sldId id="410" r:id="rId4"/>
    <p:sldId id="411" r:id="rId5"/>
    <p:sldId id="412" r:id="rId6"/>
    <p:sldId id="413" r:id="rId7"/>
    <p:sldId id="416" r:id="rId8"/>
    <p:sldId id="417" r:id="rId9"/>
    <p:sldId id="414" r:id="rId10"/>
    <p:sldId id="418" r:id="rId11"/>
    <p:sldId id="419" r:id="rId12"/>
    <p:sldId id="415" r:id="rId13"/>
    <p:sldId id="420" r:id="rId14"/>
    <p:sldId id="421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9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0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3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4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5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17570" y="2146935"/>
            <a:ext cx="5357495" cy="1106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6600"/>
              <a:t>审版</a:t>
            </a:r>
            <a:r>
              <a:rPr lang="zh-CN" altLang="en-US" sz="6600"/>
              <a:t>注意事项</a:t>
            </a:r>
            <a:endParaRPr lang="zh-CN" altLang="en-US" sz="660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/>
          <p:nvPr/>
        </p:nvGraphicFramePr>
        <p:xfrm>
          <a:off x="5732780" y="523240"/>
          <a:ext cx="5001260" cy="573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1260"/>
              </a:tblGrid>
              <a:tr h="54927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32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一，面辅料问题</a:t>
                      </a:r>
                      <a:endParaRPr lang="en-US" altLang="en-US" sz="32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27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面料与廓形不匹配</a:t>
                      </a:r>
                      <a:endParaRPr lang="zh-CN" altLang="en-US" sz="1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面料与风格不匹配</a:t>
                      </a:r>
                      <a:endParaRPr lang="zh-CN" altLang="en-US" sz="1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213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面料舒适度，亲肤性</a:t>
                      </a:r>
                      <a:endParaRPr lang="zh-CN" altLang="en-US" sz="1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面料弹力问题导致的功能性和尺寸问题</a:t>
                      </a:r>
                      <a:endParaRPr lang="zh-CN" altLang="en-US" sz="1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213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面料薄透导致关键部位曝光</a:t>
                      </a:r>
                      <a:endParaRPr lang="zh-CN" altLang="en-US" sz="1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087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面料品质问题，缩率，劈裂，回弹，色牢度等</a:t>
                      </a:r>
                      <a:endParaRPr lang="zh-CN" altLang="en-US" sz="1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183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里布品质问题，面里布缩率差异，弹力差异导致的外观及功能性问题</a:t>
                      </a:r>
                      <a:endParaRPr lang="zh-CN" altLang="en-US" sz="1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115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辅料品质问题及材质风险等</a:t>
                      </a:r>
                      <a:endParaRPr lang="zh-CN" altLang="en-US" sz="1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213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面料颜色少，无备货，生产周期长</a:t>
                      </a:r>
                      <a:endParaRPr lang="zh-CN" altLang="en-US" sz="1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1155"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455" y="168275"/>
            <a:ext cx="3743960" cy="65214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/>
        </p:nvGraphicFramePr>
        <p:xfrm>
          <a:off x="6634480" y="395605"/>
          <a:ext cx="4391660" cy="6161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1660"/>
              </a:tblGrid>
              <a:tr h="35433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32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二，成本</a:t>
                      </a:r>
                      <a:r>
                        <a:rPr lang="zh-CN" sz="32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问题</a:t>
                      </a:r>
                      <a:endParaRPr lang="en-US" altLang="en-US" sz="32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84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面料</a:t>
                      </a:r>
                      <a:r>
                        <a:rPr lang="zh-CN"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成本</a:t>
                      </a: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高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78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面料幅宽窄利用率低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78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缩率大实际</a:t>
                      </a: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成本</a:t>
                      </a: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升高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84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生产中</a:t>
                      </a: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面料损耗大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72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面料用量太大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84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里布</a:t>
                      </a:r>
                      <a:r>
                        <a:rPr lang="zh-CN"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成本</a:t>
                      </a: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高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5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里布用量大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33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辅料</a:t>
                      </a:r>
                      <a:r>
                        <a:rPr lang="zh-CN"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成本</a:t>
                      </a: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高用量大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84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做工复杂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84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附加工艺</a:t>
                      </a:r>
                      <a:r>
                        <a:rPr lang="zh-CN"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成本</a:t>
                      </a: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高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1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特殊工艺损耗大导致</a:t>
                      </a:r>
                      <a:r>
                        <a:rPr lang="zh-CN"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成本</a:t>
                      </a: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高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785" y="447040"/>
            <a:ext cx="4562475" cy="60674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/>
          <p:nvPr/>
        </p:nvGraphicFramePr>
        <p:xfrm>
          <a:off x="6098540" y="995680"/>
          <a:ext cx="4961255" cy="5343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1255"/>
              </a:tblGrid>
              <a:tr h="10769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3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三，车缝做工问题</a:t>
                      </a:r>
                      <a:endParaRPr lang="en-US" altLang="en-US" sz="36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67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做工时间长价格高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61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做工复杂技术要求高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61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面料与做工不匹配/不合理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59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款式与做工不匹配/影响廓形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66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做工的工艺方式影响到功能性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50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工艺外观平整度，对称性，品质感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855" y="431800"/>
            <a:ext cx="4724400" cy="61817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/>
        </p:nvGraphicFramePr>
        <p:xfrm>
          <a:off x="6032500" y="1937385"/>
          <a:ext cx="5403850" cy="3243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3850"/>
              </a:tblGrid>
              <a:tr h="58293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3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四，特殊工艺难度</a:t>
                      </a:r>
                      <a:endParaRPr lang="en-US" altLang="en-US" sz="36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625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特殊工艺本身的难度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007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特殊工艺操作流程多操作难度大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026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面料进行特殊工艺处理后</a:t>
                      </a: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的效果难把控</a:t>
                      </a:r>
                      <a:endParaRPr lang="zh-CN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6890"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" y="385445"/>
            <a:ext cx="4667250" cy="60864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/>
          <p:nvPr/>
        </p:nvGraphicFramePr>
        <p:xfrm>
          <a:off x="6366510" y="1123950"/>
          <a:ext cx="4339590" cy="4882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9590"/>
              </a:tblGrid>
              <a:tr h="7626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3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五，版型外观</a:t>
                      </a:r>
                      <a:endParaRPr lang="en-US" altLang="en-US" sz="36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41070">
                <a:tc>
                  <a:txBody>
                    <a:bodyPr/>
                    <a:p>
                      <a:pPr indent="0">
                        <a:buNone/>
                      </a:pPr>
                      <a:endParaRPr lang="zh-CN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风格匹配度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627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廓形匹配度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5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线条匹配度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627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比例美度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5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是否掩盖缺陷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627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品质感</a:t>
                      </a:r>
                      <a:endParaRPr lang="zh-CN" altLang="en-US" sz="2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785" y="477520"/>
            <a:ext cx="4810125" cy="62865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/>
          <p:nvPr/>
        </p:nvGraphicFramePr>
        <p:xfrm>
          <a:off x="5650230" y="805180"/>
          <a:ext cx="5987415" cy="581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7415"/>
              </a:tblGrid>
              <a:tr h="7600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3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六，版型技术问题</a:t>
                      </a:r>
                      <a:endParaRPr lang="en-US" altLang="en-US" sz="36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886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例：上衣不能过头手胸，裤子不能过脚或臀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12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夹圈问题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97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平衡度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97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止口外翻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91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分割不利于面料利用率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12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立裁才能解决的复杂结构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804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详见：</a:t>
                      </a:r>
                      <a:r>
                        <a:rPr lang="zh-CN" sz="2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纸样的100个问题及解决方案</a:t>
                      </a:r>
                      <a:endParaRPr lang="zh-CN" altLang="en-US" sz="24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40" y="619125"/>
            <a:ext cx="3876675" cy="60483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/>
          <p:nvPr/>
        </p:nvGraphicFramePr>
        <p:xfrm>
          <a:off x="6045835" y="655320"/>
          <a:ext cx="4397375" cy="4980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7375"/>
              </a:tblGrid>
              <a:tr h="3981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3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七，功能性问题</a:t>
                      </a:r>
                      <a:endParaRPr lang="en-US" altLang="en-US" sz="36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92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蔽体，露/透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75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厚薄及保暖性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1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防雨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65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吸收透气排汗速干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1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束身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75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防晒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10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冰爽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90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固定胸部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36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提臀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36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运动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36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包容性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605" y="250190"/>
            <a:ext cx="4724400" cy="61245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/>
          <p:nvPr/>
        </p:nvGraphicFramePr>
        <p:xfrm>
          <a:off x="6974205" y="1560195"/>
          <a:ext cx="3554095" cy="3152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4095"/>
              </a:tblGrid>
              <a:tr h="7035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3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八，颜色/花型</a:t>
                      </a:r>
                      <a:endParaRPr lang="en-US" altLang="en-US" sz="36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420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核心颜色分析</a:t>
                      </a:r>
                      <a:endParaRPr lang="zh-CN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颜色季节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颜色流行度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颜色情绪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颜色性格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颜色的客群适应度</a:t>
                      </a: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样衣颜色是否有光差色差</a:t>
                      </a:r>
                      <a:endParaRPr lang="zh-CN" altLang="en-US" sz="1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35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花型分析</a:t>
                      </a:r>
                      <a:endParaRPr lang="zh-CN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花型美感</a:t>
                      </a:r>
                      <a:r>
                        <a:rPr lang="en-US" altLang="zh-CN" sz="1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花型寓意</a:t>
                      </a:r>
                      <a:r>
                        <a:rPr lang="en-US" altLang="zh-CN" sz="1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花型色泽</a:t>
                      </a:r>
                      <a:r>
                        <a:rPr lang="en-US" altLang="zh-CN" sz="1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花型大小</a:t>
                      </a:r>
                      <a:r>
                        <a:rPr lang="en-US" altLang="zh-CN" sz="1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花型部位</a:t>
                      </a:r>
                      <a:r>
                        <a:rPr lang="en-US" altLang="zh-CN" sz="1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花型工艺</a:t>
                      </a:r>
                      <a:r>
                        <a:rPr lang="en-US" altLang="zh-CN" sz="1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花型搭配</a:t>
                      </a:r>
                      <a:endParaRPr lang="en-US" altLang="zh-CN" sz="16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3580"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7605" y="318770"/>
            <a:ext cx="5305425" cy="58439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1610" y="356870"/>
            <a:ext cx="4543425" cy="6143625"/>
          </a:xfrm>
          <a:prstGeom prst="rect">
            <a:avLst/>
          </a:prstGeom>
        </p:spPr>
      </p:pic>
      <p:graphicFrame>
        <p:nvGraphicFramePr>
          <p:cNvPr id="2" name="表格 1"/>
          <p:cNvGraphicFramePr/>
          <p:nvPr/>
        </p:nvGraphicFramePr>
        <p:xfrm>
          <a:off x="6664960" y="1792605"/>
          <a:ext cx="3418205" cy="4010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8205"/>
              </a:tblGrid>
              <a:tr h="8661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3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九，搭配</a:t>
                      </a:r>
                      <a:endParaRPr lang="en-US" altLang="en-US" sz="36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833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材质导致的搭配问题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661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颜色</a:t>
                      </a:r>
                      <a:r>
                        <a:rPr lang="en-US" alt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花型</a:t>
                      </a: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导致的搭配问题</a:t>
                      </a:r>
                      <a:endParaRPr lang="en-US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944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内搭/中间层/外套的不同廓形导致的搭配问题</a:t>
                      </a:r>
                      <a:endParaRPr lang="zh-CN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630" y="347980"/>
            <a:ext cx="4133850" cy="6162675"/>
          </a:xfrm>
          <a:prstGeom prst="rect">
            <a:avLst/>
          </a:prstGeom>
        </p:spPr>
      </p:pic>
      <p:graphicFrame>
        <p:nvGraphicFramePr>
          <p:cNvPr id="7" name="表格 6"/>
          <p:cNvGraphicFramePr/>
          <p:nvPr/>
        </p:nvGraphicFramePr>
        <p:xfrm>
          <a:off x="5837555" y="1080770"/>
          <a:ext cx="5775325" cy="491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5325"/>
              </a:tblGrid>
              <a:tr h="9759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32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十，大货生产周期长</a:t>
                      </a:r>
                      <a:endParaRPr lang="en-US" altLang="en-US" sz="32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5920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面辅料采购周期长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50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该品类生产周期长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502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车缝工艺复杂增加生产周期</a:t>
                      </a:r>
                      <a:endParaRPr lang="zh-CN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759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特殊工艺流程多导致生产周期长</a:t>
                      </a:r>
                      <a:endParaRPr lang="zh-CN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/>
        </p:nvGraphicFramePr>
        <p:xfrm>
          <a:off x="6311265" y="1010920"/>
          <a:ext cx="4699000" cy="5066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9000"/>
              </a:tblGrid>
              <a:tr h="90043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3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十一，生产风险</a:t>
                      </a:r>
                      <a:endParaRPr lang="en-US" altLang="en-US" sz="36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328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特殊工艺风险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997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面辅料等原材料</a:t>
                      </a: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品质问题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3145">
                <a:tc>
                  <a:txBody>
                    <a:bodyPr/>
                    <a:p>
                      <a:pPr indent="0">
                        <a:buNone/>
                      </a:pPr>
                      <a:endParaRPr lang="zh-CN" sz="240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sym typeface="+mn-ea"/>
                      </a:endParaRPr>
                    </a:p>
                    <a:p>
                      <a:pPr indent="0">
                        <a:buNone/>
                      </a:pPr>
                      <a:r>
                        <a:rPr lang="zh-CN"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车缝做工风险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indent="0">
                        <a:buNone/>
                      </a:pP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0043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毛织羽绒等生产线能力匹配风险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85" y="333375"/>
            <a:ext cx="4419600" cy="61912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/>
        </p:nvGraphicFramePr>
        <p:xfrm>
          <a:off x="5633085" y="805180"/>
          <a:ext cx="5884545" cy="4545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4545"/>
              </a:tblGrid>
              <a:tr h="13315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3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十二，保养方式与穿着风险</a:t>
                      </a:r>
                      <a:endParaRPr lang="en-US" altLang="en-US" sz="36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63625">
                <a:tc>
                  <a:txBody>
                    <a:bodyPr/>
                    <a:p>
                      <a:pPr indent="0">
                        <a:buNone/>
                      </a:pPr>
                      <a:endParaRPr lang="zh-CN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洗涤方式及风险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62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存放及使用环境风险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69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使用功能性风险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使用品质风险</a:t>
                      </a:r>
                      <a:endParaRPr lang="zh-CN" altLang="en-US" sz="2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70" y="333375"/>
            <a:ext cx="4343400" cy="61912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787</Words>
  <Application>WPS 演示</Application>
  <PresentationFormat>宽屏</PresentationFormat>
  <Paragraphs>169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DANIEL</cp:lastModifiedBy>
  <cp:revision>182</cp:revision>
  <dcterms:created xsi:type="dcterms:W3CDTF">2019-06-19T02:08:00Z</dcterms:created>
  <dcterms:modified xsi:type="dcterms:W3CDTF">2023-05-10T03:04:02Z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